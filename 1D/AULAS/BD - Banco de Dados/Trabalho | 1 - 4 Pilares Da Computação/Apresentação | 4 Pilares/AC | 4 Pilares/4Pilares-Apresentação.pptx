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74" r:id="rId11"/>
    <p:sldId id="270" r:id="rId12"/>
    <p:sldId id="273" r:id="rId13"/>
    <p:sldId id="271" r:id="rId14"/>
    <p:sldId id="272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AEB5"/>
    <a:srgbClr val="B7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15026-2132-44E1-9512-A8B2467392AB}" v="709" dt="2026-04-22T00:03:41.460"/>
    <p1510:client id="{BAEFEA84-16BB-4B01-B95B-F7931372AB5B}" v="673" dt="2026-04-21T21:19:06.558"/>
    <p1510:client id="{FE1B0D8D-738D-487E-A42C-64A5455ABFF9}" v="160" dt="2026-04-22T12:22:25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3AEB70-391D-495F-88A2-0BE754821E5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EE2F3BD-1BFD-4E7A-923A-CAE924B7C9BE}">
      <dgm:prSet/>
      <dgm:spPr/>
      <dgm:t>
        <a:bodyPr/>
        <a:lstStyle/>
        <a:p>
          <a:r>
            <a:rPr lang="en-GB"/>
            <a:t>Introdução</a:t>
          </a:r>
          <a:endParaRPr lang="en-US"/>
        </a:p>
      </dgm:t>
    </dgm:pt>
    <dgm:pt modelId="{3F33EF26-CE01-433D-A8C7-D21E4D2D4443}" type="parTrans" cxnId="{DF51E571-5E16-4AAD-B733-D68ED93807EE}">
      <dgm:prSet/>
      <dgm:spPr/>
      <dgm:t>
        <a:bodyPr/>
        <a:lstStyle/>
        <a:p>
          <a:endParaRPr lang="en-US"/>
        </a:p>
      </dgm:t>
    </dgm:pt>
    <dgm:pt modelId="{4D86AA9D-2385-4FDC-87AC-05F40147E469}" type="sibTrans" cxnId="{DF51E571-5E16-4AAD-B733-D68ED93807EE}">
      <dgm:prSet/>
      <dgm:spPr/>
      <dgm:t>
        <a:bodyPr/>
        <a:lstStyle/>
        <a:p>
          <a:endParaRPr lang="en-US"/>
        </a:p>
      </dgm:t>
    </dgm:pt>
    <dgm:pt modelId="{8F66FAE5-099A-4684-8301-8BE00577FEDC}">
      <dgm:prSet/>
      <dgm:spPr/>
      <dgm:t>
        <a:bodyPr/>
        <a:lstStyle/>
        <a:p>
          <a:r>
            <a:rPr lang="en-GB"/>
            <a:t>O que são os Pilares</a:t>
          </a:r>
          <a:endParaRPr lang="en-US"/>
        </a:p>
      </dgm:t>
    </dgm:pt>
    <dgm:pt modelId="{7CB1C257-8C24-408A-80F3-93313ED2D04B}" type="parTrans" cxnId="{038C4F44-12C7-4F2C-951A-9BD78B02C4BA}">
      <dgm:prSet/>
      <dgm:spPr/>
      <dgm:t>
        <a:bodyPr/>
        <a:lstStyle/>
        <a:p>
          <a:endParaRPr lang="en-US"/>
        </a:p>
      </dgm:t>
    </dgm:pt>
    <dgm:pt modelId="{247A046E-250D-4803-A464-56E1EB31FBE7}" type="sibTrans" cxnId="{038C4F44-12C7-4F2C-951A-9BD78B02C4BA}">
      <dgm:prSet/>
      <dgm:spPr/>
      <dgm:t>
        <a:bodyPr/>
        <a:lstStyle/>
        <a:p>
          <a:endParaRPr lang="en-US"/>
        </a:p>
      </dgm:t>
    </dgm:pt>
    <dgm:pt modelId="{E0D455A7-A66E-47BC-988E-78313323F41C}">
      <dgm:prSet/>
      <dgm:spPr/>
      <dgm:t>
        <a:bodyPr/>
        <a:lstStyle/>
        <a:p>
          <a:r>
            <a:rPr lang="pt-BR"/>
            <a:t>Decomposição</a:t>
          </a:r>
          <a:endParaRPr lang="en-US"/>
        </a:p>
      </dgm:t>
    </dgm:pt>
    <dgm:pt modelId="{4A86C280-07A8-4F97-BC98-B35DEC84D830}" type="parTrans" cxnId="{71F4D13A-59E3-473B-9451-88F364BA0AC0}">
      <dgm:prSet/>
      <dgm:spPr/>
      <dgm:t>
        <a:bodyPr/>
        <a:lstStyle/>
        <a:p>
          <a:endParaRPr lang="en-US"/>
        </a:p>
      </dgm:t>
    </dgm:pt>
    <dgm:pt modelId="{CE0CA963-A0EF-4C7F-B871-871F675AB3CC}" type="sibTrans" cxnId="{71F4D13A-59E3-473B-9451-88F364BA0AC0}">
      <dgm:prSet/>
      <dgm:spPr/>
      <dgm:t>
        <a:bodyPr/>
        <a:lstStyle/>
        <a:p>
          <a:endParaRPr lang="en-US"/>
        </a:p>
      </dgm:t>
    </dgm:pt>
    <dgm:pt modelId="{7C5744C9-0F38-4BE1-8C6A-C7B4B45A73AE}">
      <dgm:prSet/>
      <dgm:spPr/>
      <dgm:t>
        <a:bodyPr/>
        <a:lstStyle/>
        <a:p>
          <a:r>
            <a:rPr lang="pt-BR"/>
            <a:t>Reconhecimento de padrões</a:t>
          </a:r>
          <a:endParaRPr lang="en-US"/>
        </a:p>
      </dgm:t>
    </dgm:pt>
    <dgm:pt modelId="{C723FC7A-C32A-4DC8-AAB5-0CE7E7897454}" type="parTrans" cxnId="{D6E829CD-8BAC-4862-BCA4-D6ABC95187EF}">
      <dgm:prSet/>
      <dgm:spPr/>
      <dgm:t>
        <a:bodyPr/>
        <a:lstStyle/>
        <a:p>
          <a:endParaRPr lang="en-US"/>
        </a:p>
      </dgm:t>
    </dgm:pt>
    <dgm:pt modelId="{4F9F2AD7-0057-4128-BB62-A635E3A464D7}" type="sibTrans" cxnId="{D6E829CD-8BAC-4862-BCA4-D6ABC95187EF}">
      <dgm:prSet/>
      <dgm:spPr/>
      <dgm:t>
        <a:bodyPr/>
        <a:lstStyle/>
        <a:p>
          <a:endParaRPr lang="en-US"/>
        </a:p>
      </dgm:t>
    </dgm:pt>
    <dgm:pt modelId="{FCE81F75-7387-41E0-BE99-67C57315718A}">
      <dgm:prSet/>
      <dgm:spPr/>
      <dgm:t>
        <a:bodyPr/>
        <a:lstStyle/>
        <a:p>
          <a:r>
            <a:rPr lang="pt-BR"/>
            <a:t>Abstração</a:t>
          </a:r>
          <a:endParaRPr lang="en-US"/>
        </a:p>
      </dgm:t>
    </dgm:pt>
    <dgm:pt modelId="{6D523934-C39B-4C24-B15B-9A284C1154D2}" type="parTrans" cxnId="{9FB11B29-4521-4931-80E8-2E5F6730F8AD}">
      <dgm:prSet/>
      <dgm:spPr/>
      <dgm:t>
        <a:bodyPr/>
        <a:lstStyle/>
        <a:p>
          <a:endParaRPr lang="en-US"/>
        </a:p>
      </dgm:t>
    </dgm:pt>
    <dgm:pt modelId="{6FB977F9-B863-40A4-A45D-FAD4C00D42C8}" type="sibTrans" cxnId="{9FB11B29-4521-4931-80E8-2E5F6730F8AD}">
      <dgm:prSet/>
      <dgm:spPr/>
      <dgm:t>
        <a:bodyPr/>
        <a:lstStyle/>
        <a:p>
          <a:endParaRPr lang="en-US"/>
        </a:p>
      </dgm:t>
    </dgm:pt>
    <dgm:pt modelId="{00C1FD43-E463-44E9-BBD1-A0C554CFAB38}">
      <dgm:prSet/>
      <dgm:spPr/>
      <dgm:t>
        <a:bodyPr/>
        <a:lstStyle/>
        <a:p>
          <a:r>
            <a:rPr lang="pt-BR"/>
            <a:t>Algoritmo</a:t>
          </a:r>
          <a:endParaRPr lang="en-US"/>
        </a:p>
      </dgm:t>
    </dgm:pt>
    <dgm:pt modelId="{4FA5D38F-6B59-46FF-B1BB-4B49DCB596D4}" type="parTrans" cxnId="{5D52F6E5-8958-4B08-B331-6EF72C05D9AE}">
      <dgm:prSet/>
      <dgm:spPr/>
      <dgm:t>
        <a:bodyPr/>
        <a:lstStyle/>
        <a:p>
          <a:endParaRPr lang="en-US"/>
        </a:p>
      </dgm:t>
    </dgm:pt>
    <dgm:pt modelId="{F74DF05A-AFF1-467A-B570-9D449F30A787}" type="sibTrans" cxnId="{5D52F6E5-8958-4B08-B331-6EF72C05D9AE}">
      <dgm:prSet/>
      <dgm:spPr/>
      <dgm:t>
        <a:bodyPr/>
        <a:lstStyle/>
        <a:p>
          <a:endParaRPr lang="en-US"/>
        </a:p>
      </dgm:t>
    </dgm:pt>
    <dgm:pt modelId="{47AE487A-C414-42FC-B911-2A3D8DA27734}">
      <dgm:prSet/>
      <dgm:spPr/>
      <dgm:t>
        <a:bodyPr/>
        <a:lstStyle/>
        <a:p>
          <a:r>
            <a:rPr lang="en-GB"/>
            <a:t>Conclusão</a:t>
          </a:r>
          <a:endParaRPr lang="en-US"/>
        </a:p>
      </dgm:t>
    </dgm:pt>
    <dgm:pt modelId="{A40805B8-1250-442C-B3F3-85FECEA76740}" type="parTrans" cxnId="{C60A5FD1-F4FF-4B06-A704-DB5231110F5A}">
      <dgm:prSet/>
      <dgm:spPr/>
      <dgm:t>
        <a:bodyPr/>
        <a:lstStyle/>
        <a:p>
          <a:endParaRPr lang="en-US"/>
        </a:p>
      </dgm:t>
    </dgm:pt>
    <dgm:pt modelId="{E26B4420-EA19-48A3-B689-02DF00EEB6AC}" type="sibTrans" cxnId="{C60A5FD1-F4FF-4B06-A704-DB5231110F5A}">
      <dgm:prSet/>
      <dgm:spPr/>
      <dgm:t>
        <a:bodyPr/>
        <a:lstStyle/>
        <a:p>
          <a:endParaRPr lang="en-US"/>
        </a:p>
      </dgm:t>
    </dgm:pt>
    <dgm:pt modelId="{A72FE178-189D-45E0-9861-F73242306A36}" type="pres">
      <dgm:prSet presAssocID="{AB3AEB70-391D-495F-88A2-0BE754821E5E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A4B24B00-2C41-4677-B3A7-71E75992C607}" type="pres">
      <dgm:prSet presAssocID="{BEE2F3BD-1BFD-4E7A-923A-CAE924B7C9BE}" presName="thickLine" presStyleLbl="alignNode1" presStyleIdx="0" presStyleCnt="7"/>
      <dgm:spPr/>
    </dgm:pt>
    <dgm:pt modelId="{77FC3E7B-BE21-4E82-98DD-6D77BCF3EF9C}" type="pres">
      <dgm:prSet presAssocID="{BEE2F3BD-1BFD-4E7A-923A-CAE924B7C9BE}" presName="horz1" presStyleCnt="0"/>
      <dgm:spPr/>
    </dgm:pt>
    <dgm:pt modelId="{8D43530D-5330-4FA6-8849-440F57FD2BF5}" type="pres">
      <dgm:prSet presAssocID="{BEE2F3BD-1BFD-4E7A-923A-CAE924B7C9BE}" presName="tx1" presStyleLbl="revTx" presStyleIdx="0" presStyleCnt="7"/>
      <dgm:spPr/>
      <dgm:t>
        <a:bodyPr/>
        <a:lstStyle/>
        <a:p>
          <a:endParaRPr lang="pt-BR"/>
        </a:p>
      </dgm:t>
    </dgm:pt>
    <dgm:pt modelId="{5DBBAFA3-B4DE-4BE0-A26A-1AF27EB0BDFE}" type="pres">
      <dgm:prSet presAssocID="{BEE2F3BD-1BFD-4E7A-923A-CAE924B7C9BE}" presName="vert1" presStyleCnt="0"/>
      <dgm:spPr/>
    </dgm:pt>
    <dgm:pt modelId="{8CA1071A-D5F3-42D0-90AE-ADAC840AE9E9}" type="pres">
      <dgm:prSet presAssocID="{8F66FAE5-099A-4684-8301-8BE00577FEDC}" presName="thickLine" presStyleLbl="alignNode1" presStyleIdx="1" presStyleCnt="7"/>
      <dgm:spPr/>
    </dgm:pt>
    <dgm:pt modelId="{A7ED6F00-D13A-4C27-BDD6-68108EFE1BA8}" type="pres">
      <dgm:prSet presAssocID="{8F66FAE5-099A-4684-8301-8BE00577FEDC}" presName="horz1" presStyleCnt="0"/>
      <dgm:spPr/>
    </dgm:pt>
    <dgm:pt modelId="{C4815363-A048-42E7-BF46-A6FD32C52ECD}" type="pres">
      <dgm:prSet presAssocID="{8F66FAE5-099A-4684-8301-8BE00577FEDC}" presName="tx1" presStyleLbl="revTx" presStyleIdx="1" presStyleCnt="7"/>
      <dgm:spPr/>
      <dgm:t>
        <a:bodyPr/>
        <a:lstStyle/>
        <a:p>
          <a:endParaRPr lang="pt-BR"/>
        </a:p>
      </dgm:t>
    </dgm:pt>
    <dgm:pt modelId="{BBF7218C-546F-45F2-A91E-71684F58B1E9}" type="pres">
      <dgm:prSet presAssocID="{8F66FAE5-099A-4684-8301-8BE00577FEDC}" presName="vert1" presStyleCnt="0"/>
      <dgm:spPr/>
    </dgm:pt>
    <dgm:pt modelId="{87F43E27-D085-4100-A227-959C1300936C}" type="pres">
      <dgm:prSet presAssocID="{E0D455A7-A66E-47BC-988E-78313323F41C}" presName="thickLine" presStyleLbl="alignNode1" presStyleIdx="2" presStyleCnt="7"/>
      <dgm:spPr/>
    </dgm:pt>
    <dgm:pt modelId="{3960AFC2-F786-4FF0-AAA7-D5F84024AA9B}" type="pres">
      <dgm:prSet presAssocID="{E0D455A7-A66E-47BC-988E-78313323F41C}" presName="horz1" presStyleCnt="0"/>
      <dgm:spPr/>
    </dgm:pt>
    <dgm:pt modelId="{E4AB3E41-3F44-4448-BCBD-1E19159C045A}" type="pres">
      <dgm:prSet presAssocID="{E0D455A7-A66E-47BC-988E-78313323F41C}" presName="tx1" presStyleLbl="revTx" presStyleIdx="2" presStyleCnt="7"/>
      <dgm:spPr/>
      <dgm:t>
        <a:bodyPr/>
        <a:lstStyle/>
        <a:p>
          <a:endParaRPr lang="pt-BR"/>
        </a:p>
      </dgm:t>
    </dgm:pt>
    <dgm:pt modelId="{A1C67E3F-0D51-4F06-AAF6-A9C49AE18473}" type="pres">
      <dgm:prSet presAssocID="{E0D455A7-A66E-47BC-988E-78313323F41C}" presName="vert1" presStyleCnt="0"/>
      <dgm:spPr/>
    </dgm:pt>
    <dgm:pt modelId="{312DDA53-163D-491B-B929-18C5E83DAFEE}" type="pres">
      <dgm:prSet presAssocID="{7C5744C9-0F38-4BE1-8C6A-C7B4B45A73AE}" presName="thickLine" presStyleLbl="alignNode1" presStyleIdx="3" presStyleCnt="7"/>
      <dgm:spPr/>
    </dgm:pt>
    <dgm:pt modelId="{3B4F7441-3123-4982-A44C-D12B9E089BE3}" type="pres">
      <dgm:prSet presAssocID="{7C5744C9-0F38-4BE1-8C6A-C7B4B45A73AE}" presName="horz1" presStyleCnt="0"/>
      <dgm:spPr/>
    </dgm:pt>
    <dgm:pt modelId="{A4A8EEEB-6811-4558-8AD6-0D9DFD40CDC8}" type="pres">
      <dgm:prSet presAssocID="{7C5744C9-0F38-4BE1-8C6A-C7B4B45A73AE}" presName="tx1" presStyleLbl="revTx" presStyleIdx="3" presStyleCnt="7"/>
      <dgm:spPr/>
      <dgm:t>
        <a:bodyPr/>
        <a:lstStyle/>
        <a:p>
          <a:endParaRPr lang="pt-BR"/>
        </a:p>
      </dgm:t>
    </dgm:pt>
    <dgm:pt modelId="{F2251CA3-085E-48A8-82D0-5883DFB7FA90}" type="pres">
      <dgm:prSet presAssocID="{7C5744C9-0F38-4BE1-8C6A-C7B4B45A73AE}" presName="vert1" presStyleCnt="0"/>
      <dgm:spPr/>
    </dgm:pt>
    <dgm:pt modelId="{DC1CBA48-C21C-4A97-A1D1-DE5D5550CD9E}" type="pres">
      <dgm:prSet presAssocID="{FCE81F75-7387-41E0-BE99-67C57315718A}" presName="thickLine" presStyleLbl="alignNode1" presStyleIdx="4" presStyleCnt="7"/>
      <dgm:spPr/>
    </dgm:pt>
    <dgm:pt modelId="{D2F03CB1-46E4-42C7-876C-2E06F18D2449}" type="pres">
      <dgm:prSet presAssocID="{FCE81F75-7387-41E0-BE99-67C57315718A}" presName="horz1" presStyleCnt="0"/>
      <dgm:spPr/>
    </dgm:pt>
    <dgm:pt modelId="{33C59B91-FBE0-4D4F-8192-0AA531E61943}" type="pres">
      <dgm:prSet presAssocID="{FCE81F75-7387-41E0-BE99-67C57315718A}" presName="tx1" presStyleLbl="revTx" presStyleIdx="4" presStyleCnt="7"/>
      <dgm:spPr/>
      <dgm:t>
        <a:bodyPr/>
        <a:lstStyle/>
        <a:p>
          <a:endParaRPr lang="pt-BR"/>
        </a:p>
      </dgm:t>
    </dgm:pt>
    <dgm:pt modelId="{2BEB6B29-7ECF-46D1-8F0F-4FE45841FF0F}" type="pres">
      <dgm:prSet presAssocID="{FCE81F75-7387-41E0-BE99-67C57315718A}" presName="vert1" presStyleCnt="0"/>
      <dgm:spPr/>
    </dgm:pt>
    <dgm:pt modelId="{234FC316-2311-48F5-800A-70A4AB74D25B}" type="pres">
      <dgm:prSet presAssocID="{00C1FD43-E463-44E9-BBD1-A0C554CFAB38}" presName="thickLine" presStyleLbl="alignNode1" presStyleIdx="5" presStyleCnt="7"/>
      <dgm:spPr/>
    </dgm:pt>
    <dgm:pt modelId="{0D885724-EA12-426B-887B-41E35C46CCB1}" type="pres">
      <dgm:prSet presAssocID="{00C1FD43-E463-44E9-BBD1-A0C554CFAB38}" presName="horz1" presStyleCnt="0"/>
      <dgm:spPr/>
    </dgm:pt>
    <dgm:pt modelId="{5EC399BB-E6ED-42BA-8E18-C6206C288D11}" type="pres">
      <dgm:prSet presAssocID="{00C1FD43-E463-44E9-BBD1-A0C554CFAB38}" presName="tx1" presStyleLbl="revTx" presStyleIdx="5" presStyleCnt="7"/>
      <dgm:spPr/>
      <dgm:t>
        <a:bodyPr/>
        <a:lstStyle/>
        <a:p>
          <a:endParaRPr lang="pt-BR"/>
        </a:p>
      </dgm:t>
    </dgm:pt>
    <dgm:pt modelId="{0976F6D0-7BD3-428D-891D-052806F02062}" type="pres">
      <dgm:prSet presAssocID="{00C1FD43-E463-44E9-BBD1-A0C554CFAB38}" presName="vert1" presStyleCnt="0"/>
      <dgm:spPr/>
    </dgm:pt>
    <dgm:pt modelId="{25065628-5C35-4281-A35F-5730270ACC55}" type="pres">
      <dgm:prSet presAssocID="{47AE487A-C414-42FC-B911-2A3D8DA27734}" presName="thickLine" presStyleLbl="alignNode1" presStyleIdx="6" presStyleCnt="7"/>
      <dgm:spPr/>
    </dgm:pt>
    <dgm:pt modelId="{7DAE17D6-9692-4451-9898-BDFA818A09E8}" type="pres">
      <dgm:prSet presAssocID="{47AE487A-C414-42FC-B911-2A3D8DA27734}" presName="horz1" presStyleCnt="0"/>
      <dgm:spPr/>
    </dgm:pt>
    <dgm:pt modelId="{13E6C998-9437-4081-A504-D322ED6376C3}" type="pres">
      <dgm:prSet presAssocID="{47AE487A-C414-42FC-B911-2A3D8DA27734}" presName="tx1" presStyleLbl="revTx" presStyleIdx="6" presStyleCnt="7"/>
      <dgm:spPr/>
      <dgm:t>
        <a:bodyPr/>
        <a:lstStyle/>
        <a:p>
          <a:endParaRPr lang="pt-BR"/>
        </a:p>
      </dgm:t>
    </dgm:pt>
    <dgm:pt modelId="{8174F70E-043A-4326-BC66-0B64028078DF}" type="pres">
      <dgm:prSet presAssocID="{47AE487A-C414-42FC-B911-2A3D8DA27734}" presName="vert1" presStyleCnt="0"/>
      <dgm:spPr/>
    </dgm:pt>
  </dgm:ptLst>
  <dgm:cxnLst>
    <dgm:cxn modelId="{71F4D13A-59E3-473B-9451-88F364BA0AC0}" srcId="{AB3AEB70-391D-495F-88A2-0BE754821E5E}" destId="{E0D455A7-A66E-47BC-988E-78313323F41C}" srcOrd="2" destOrd="0" parTransId="{4A86C280-07A8-4F97-BC98-B35DEC84D830}" sibTransId="{CE0CA963-A0EF-4C7F-B871-871F675AB3CC}"/>
    <dgm:cxn modelId="{045C6BDB-B9C9-49FD-89DA-67EEEC799BB1}" type="presOf" srcId="{BEE2F3BD-1BFD-4E7A-923A-CAE924B7C9BE}" destId="{8D43530D-5330-4FA6-8849-440F57FD2BF5}" srcOrd="0" destOrd="0" presId="urn:microsoft.com/office/officeart/2008/layout/LinedList"/>
    <dgm:cxn modelId="{038C4F44-12C7-4F2C-951A-9BD78B02C4BA}" srcId="{AB3AEB70-391D-495F-88A2-0BE754821E5E}" destId="{8F66FAE5-099A-4684-8301-8BE00577FEDC}" srcOrd="1" destOrd="0" parTransId="{7CB1C257-8C24-408A-80F3-93313ED2D04B}" sibTransId="{247A046E-250D-4803-A464-56E1EB31FBE7}"/>
    <dgm:cxn modelId="{EC217B28-837B-4433-9432-D9EC6DBBE2B0}" type="presOf" srcId="{AB3AEB70-391D-495F-88A2-0BE754821E5E}" destId="{A72FE178-189D-45E0-9861-F73242306A36}" srcOrd="0" destOrd="0" presId="urn:microsoft.com/office/officeart/2008/layout/LinedList"/>
    <dgm:cxn modelId="{9FB11B29-4521-4931-80E8-2E5F6730F8AD}" srcId="{AB3AEB70-391D-495F-88A2-0BE754821E5E}" destId="{FCE81F75-7387-41E0-BE99-67C57315718A}" srcOrd="4" destOrd="0" parTransId="{6D523934-C39B-4C24-B15B-9A284C1154D2}" sibTransId="{6FB977F9-B863-40A4-A45D-FAD4C00D42C8}"/>
    <dgm:cxn modelId="{4DA38BA6-A5E5-4E62-93C0-126A02592F5B}" type="presOf" srcId="{47AE487A-C414-42FC-B911-2A3D8DA27734}" destId="{13E6C998-9437-4081-A504-D322ED6376C3}" srcOrd="0" destOrd="0" presId="urn:microsoft.com/office/officeart/2008/layout/LinedList"/>
    <dgm:cxn modelId="{D6E829CD-8BAC-4862-BCA4-D6ABC95187EF}" srcId="{AB3AEB70-391D-495F-88A2-0BE754821E5E}" destId="{7C5744C9-0F38-4BE1-8C6A-C7B4B45A73AE}" srcOrd="3" destOrd="0" parTransId="{C723FC7A-C32A-4DC8-AAB5-0CE7E7897454}" sibTransId="{4F9F2AD7-0057-4128-BB62-A635E3A464D7}"/>
    <dgm:cxn modelId="{AAD2A0C0-E460-4379-951E-A4F282A090B4}" type="presOf" srcId="{8F66FAE5-099A-4684-8301-8BE00577FEDC}" destId="{C4815363-A048-42E7-BF46-A6FD32C52ECD}" srcOrd="0" destOrd="0" presId="urn:microsoft.com/office/officeart/2008/layout/LinedList"/>
    <dgm:cxn modelId="{5AAB63C0-9BA2-47B0-A53E-08292516CF41}" type="presOf" srcId="{00C1FD43-E463-44E9-BBD1-A0C554CFAB38}" destId="{5EC399BB-E6ED-42BA-8E18-C6206C288D11}" srcOrd="0" destOrd="0" presId="urn:microsoft.com/office/officeart/2008/layout/LinedList"/>
    <dgm:cxn modelId="{92432F89-A655-4736-A3B7-95915A4B87C7}" type="presOf" srcId="{E0D455A7-A66E-47BC-988E-78313323F41C}" destId="{E4AB3E41-3F44-4448-BCBD-1E19159C045A}" srcOrd="0" destOrd="0" presId="urn:microsoft.com/office/officeart/2008/layout/LinedList"/>
    <dgm:cxn modelId="{5D52F6E5-8958-4B08-B331-6EF72C05D9AE}" srcId="{AB3AEB70-391D-495F-88A2-0BE754821E5E}" destId="{00C1FD43-E463-44E9-BBD1-A0C554CFAB38}" srcOrd="5" destOrd="0" parTransId="{4FA5D38F-6B59-46FF-B1BB-4B49DCB596D4}" sibTransId="{F74DF05A-AFF1-467A-B570-9D449F30A787}"/>
    <dgm:cxn modelId="{C60A5FD1-F4FF-4B06-A704-DB5231110F5A}" srcId="{AB3AEB70-391D-495F-88A2-0BE754821E5E}" destId="{47AE487A-C414-42FC-B911-2A3D8DA27734}" srcOrd="6" destOrd="0" parTransId="{A40805B8-1250-442C-B3F3-85FECEA76740}" sibTransId="{E26B4420-EA19-48A3-B689-02DF00EEB6AC}"/>
    <dgm:cxn modelId="{54EA9280-E375-48B3-9B7E-22720E1CDD52}" type="presOf" srcId="{FCE81F75-7387-41E0-BE99-67C57315718A}" destId="{33C59B91-FBE0-4D4F-8192-0AA531E61943}" srcOrd="0" destOrd="0" presId="urn:microsoft.com/office/officeart/2008/layout/LinedList"/>
    <dgm:cxn modelId="{DF51E571-5E16-4AAD-B733-D68ED93807EE}" srcId="{AB3AEB70-391D-495F-88A2-0BE754821E5E}" destId="{BEE2F3BD-1BFD-4E7A-923A-CAE924B7C9BE}" srcOrd="0" destOrd="0" parTransId="{3F33EF26-CE01-433D-A8C7-D21E4D2D4443}" sibTransId="{4D86AA9D-2385-4FDC-87AC-05F40147E469}"/>
    <dgm:cxn modelId="{77FC3429-B80C-419F-A1B4-6BA4C16561A1}" type="presOf" srcId="{7C5744C9-0F38-4BE1-8C6A-C7B4B45A73AE}" destId="{A4A8EEEB-6811-4558-8AD6-0D9DFD40CDC8}" srcOrd="0" destOrd="0" presId="urn:microsoft.com/office/officeart/2008/layout/LinedList"/>
    <dgm:cxn modelId="{BC472A6E-8BCE-409F-927E-79732BBBC94C}" type="presParOf" srcId="{A72FE178-189D-45E0-9861-F73242306A36}" destId="{A4B24B00-2C41-4677-B3A7-71E75992C607}" srcOrd="0" destOrd="0" presId="urn:microsoft.com/office/officeart/2008/layout/LinedList"/>
    <dgm:cxn modelId="{CB95116D-4F54-4FFC-9437-B5434699FCC3}" type="presParOf" srcId="{A72FE178-189D-45E0-9861-F73242306A36}" destId="{77FC3E7B-BE21-4E82-98DD-6D77BCF3EF9C}" srcOrd="1" destOrd="0" presId="urn:microsoft.com/office/officeart/2008/layout/LinedList"/>
    <dgm:cxn modelId="{CD6F74B8-D722-479E-A8C5-8BC21EDE2C22}" type="presParOf" srcId="{77FC3E7B-BE21-4E82-98DD-6D77BCF3EF9C}" destId="{8D43530D-5330-4FA6-8849-440F57FD2BF5}" srcOrd="0" destOrd="0" presId="urn:microsoft.com/office/officeart/2008/layout/LinedList"/>
    <dgm:cxn modelId="{2F73AFE0-B2FC-434E-B42C-A9C258A91783}" type="presParOf" srcId="{77FC3E7B-BE21-4E82-98DD-6D77BCF3EF9C}" destId="{5DBBAFA3-B4DE-4BE0-A26A-1AF27EB0BDFE}" srcOrd="1" destOrd="0" presId="urn:microsoft.com/office/officeart/2008/layout/LinedList"/>
    <dgm:cxn modelId="{EB230A8D-38DA-4A50-8DBD-FEDF5B57A494}" type="presParOf" srcId="{A72FE178-189D-45E0-9861-F73242306A36}" destId="{8CA1071A-D5F3-42D0-90AE-ADAC840AE9E9}" srcOrd="2" destOrd="0" presId="urn:microsoft.com/office/officeart/2008/layout/LinedList"/>
    <dgm:cxn modelId="{C2D28D79-0484-47D5-945C-90FA1B4A0BCA}" type="presParOf" srcId="{A72FE178-189D-45E0-9861-F73242306A36}" destId="{A7ED6F00-D13A-4C27-BDD6-68108EFE1BA8}" srcOrd="3" destOrd="0" presId="urn:microsoft.com/office/officeart/2008/layout/LinedList"/>
    <dgm:cxn modelId="{4207FBA7-FD6D-4A99-B5F9-710F98D9CDAB}" type="presParOf" srcId="{A7ED6F00-D13A-4C27-BDD6-68108EFE1BA8}" destId="{C4815363-A048-42E7-BF46-A6FD32C52ECD}" srcOrd="0" destOrd="0" presId="urn:microsoft.com/office/officeart/2008/layout/LinedList"/>
    <dgm:cxn modelId="{486FE94D-7B04-49BF-A2BC-1796A9D77D83}" type="presParOf" srcId="{A7ED6F00-D13A-4C27-BDD6-68108EFE1BA8}" destId="{BBF7218C-546F-45F2-A91E-71684F58B1E9}" srcOrd="1" destOrd="0" presId="urn:microsoft.com/office/officeart/2008/layout/LinedList"/>
    <dgm:cxn modelId="{53F9FD10-8D00-45C8-B5DE-AC08F311F96A}" type="presParOf" srcId="{A72FE178-189D-45E0-9861-F73242306A36}" destId="{87F43E27-D085-4100-A227-959C1300936C}" srcOrd="4" destOrd="0" presId="urn:microsoft.com/office/officeart/2008/layout/LinedList"/>
    <dgm:cxn modelId="{277D387C-87AE-404C-93AB-BFE958F0B7C5}" type="presParOf" srcId="{A72FE178-189D-45E0-9861-F73242306A36}" destId="{3960AFC2-F786-4FF0-AAA7-D5F84024AA9B}" srcOrd="5" destOrd="0" presId="urn:microsoft.com/office/officeart/2008/layout/LinedList"/>
    <dgm:cxn modelId="{EF28FA1A-0D87-47DF-9785-8BDAA83AC7AE}" type="presParOf" srcId="{3960AFC2-F786-4FF0-AAA7-D5F84024AA9B}" destId="{E4AB3E41-3F44-4448-BCBD-1E19159C045A}" srcOrd="0" destOrd="0" presId="urn:microsoft.com/office/officeart/2008/layout/LinedList"/>
    <dgm:cxn modelId="{A2E72ABC-D06F-4601-A001-B3C8DF164936}" type="presParOf" srcId="{3960AFC2-F786-4FF0-AAA7-D5F84024AA9B}" destId="{A1C67E3F-0D51-4F06-AAF6-A9C49AE18473}" srcOrd="1" destOrd="0" presId="urn:microsoft.com/office/officeart/2008/layout/LinedList"/>
    <dgm:cxn modelId="{E7B7D0C8-0461-4B22-AA87-A11BCAC57139}" type="presParOf" srcId="{A72FE178-189D-45E0-9861-F73242306A36}" destId="{312DDA53-163D-491B-B929-18C5E83DAFEE}" srcOrd="6" destOrd="0" presId="urn:microsoft.com/office/officeart/2008/layout/LinedList"/>
    <dgm:cxn modelId="{A629E59D-D175-451A-AA59-972A7D0C64D7}" type="presParOf" srcId="{A72FE178-189D-45E0-9861-F73242306A36}" destId="{3B4F7441-3123-4982-A44C-D12B9E089BE3}" srcOrd="7" destOrd="0" presId="urn:microsoft.com/office/officeart/2008/layout/LinedList"/>
    <dgm:cxn modelId="{82A3C02E-EC0E-4490-8952-D2CCC07E9993}" type="presParOf" srcId="{3B4F7441-3123-4982-A44C-D12B9E089BE3}" destId="{A4A8EEEB-6811-4558-8AD6-0D9DFD40CDC8}" srcOrd="0" destOrd="0" presId="urn:microsoft.com/office/officeart/2008/layout/LinedList"/>
    <dgm:cxn modelId="{8B0A1DBF-80F8-49E0-BA9D-694642843868}" type="presParOf" srcId="{3B4F7441-3123-4982-A44C-D12B9E089BE3}" destId="{F2251CA3-085E-48A8-82D0-5883DFB7FA90}" srcOrd="1" destOrd="0" presId="urn:microsoft.com/office/officeart/2008/layout/LinedList"/>
    <dgm:cxn modelId="{798CB1AF-D2AF-4582-8F55-C64C0851B33B}" type="presParOf" srcId="{A72FE178-189D-45E0-9861-F73242306A36}" destId="{DC1CBA48-C21C-4A97-A1D1-DE5D5550CD9E}" srcOrd="8" destOrd="0" presId="urn:microsoft.com/office/officeart/2008/layout/LinedList"/>
    <dgm:cxn modelId="{D8859BBA-9295-4BA8-B80A-F33186E0AF27}" type="presParOf" srcId="{A72FE178-189D-45E0-9861-F73242306A36}" destId="{D2F03CB1-46E4-42C7-876C-2E06F18D2449}" srcOrd="9" destOrd="0" presId="urn:microsoft.com/office/officeart/2008/layout/LinedList"/>
    <dgm:cxn modelId="{0A91D84B-3DD9-48E0-9435-94B4D65D0DBB}" type="presParOf" srcId="{D2F03CB1-46E4-42C7-876C-2E06F18D2449}" destId="{33C59B91-FBE0-4D4F-8192-0AA531E61943}" srcOrd="0" destOrd="0" presId="urn:microsoft.com/office/officeart/2008/layout/LinedList"/>
    <dgm:cxn modelId="{11376DC6-F1EF-4182-85C6-BD65837F83FC}" type="presParOf" srcId="{D2F03CB1-46E4-42C7-876C-2E06F18D2449}" destId="{2BEB6B29-7ECF-46D1-8F0F-4FE45841FF0F}" srcOrd="1" destOrd="0" presId="urn:microsoft.com/office/officeart/2008/layout/LinedList"/>
    <dgm:cxn modelId="{4FEC7D2C-51A1-444D-8599-06829C52F517}" type="presParOf" srcId="{A72FE178-189D-45E0-9861-F73242306A36}" destId="{234FC316-2311-48F5-800A-70A4AB74D25B}" srcOrd="10" destOrd="0" presId="urn:microsoft.com/office/officeart/2008/layout/LinedList"/>
    <dgm:cxn modelId="{F7F411C3-CB19-4394-9F7E-772B376E2ABD}" type="presParOf" srcId="{A72FE178-189D-45E0-9861-F73242306A36}" destId="{0D885724-EA12-426B-887B-41E35C46CCB1}" srcOrd="11" destOrd="0" presId="urn:microsoft.com/office/officeart/2008/layout/LinedList"/>
    <dgm:cxn modelId="{83C457CC-05F5-4A72-A0AB-1B4B675242B9}" type="presParOf" srcId="{0D885724-EA12-426B-887B-41E35C46CCB1}" destId="{5EC399BB-E6ED-42BA-8E18-C6206C288D11}" srcOrd="0" destOrd="0" presId="urn:microsoft.com/office/officeart/2008/layout/LinedList"/>
    <dgm:cxn modelId="{66EF52F5-F6F9-4628-A0DC-07C5A14E7707}" type="presParOf" srcId="{0D885724-EA12-426B-887B-41E35C46CCB1}" destId="{0976F6D0-7BD3-428D-891D-052806F02062}" srcOrd="1" destOrd="0" presId="urn:microsoft.com/office/officeart/2008/layout/LinedList"/>
    <dgm:cxn modelId="{BF1920F3-4F47-4E43-98D2-70255674035A}" type="presParOf" srcId="{A72FE178-189D-45E0-9861-F73242306A36}" destId="{25065628-5C35-4281-A35F-5730270ACC55}" srcOrd="12" destOrd="0" presId="urn:microsoft.com/office/officeart/2008/layout/LinedList"/>
    <dgm:cxn modelId="{70B91BED-1D16-48B5-9074-D2E4507995F9}" type="presParOf" srcId="{A72FE178-189D-45E0-9861-F73242306A36}" destId="{7DAE17D6-9692-4451-9898-BDFA818A09E8}" srcOrd="13" destOrd="0" presId="urn:microsoft.com/office/officeart/2008/layout/LinedList"/>
    <dgm:cxn modelId="{5F5AAE64-9C7E-4B14-A981-1EAD82703536}" type="presParOf" srcId="{7DAE17D6-9692-4451-9898-BDFA818A09E8}" destId="{13E6C998-9437-4081-A504-D322ED6376C3}" srcOrd="0" destOrd="0" presId="urn:microsoft.com/office/officeart/2008/layout/LinedList"/>
    <dgm:cxn modelId="{C2D54944-E2E4-4FAF-AD2A-B5BE38650ED5}" type="presParOf" srcId="{7DAE17D6-9692-4451-9898-BDFA818A09E8}" destId="{8174F70E-043A-4326-BC66-0B64028078D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79EFDF-C7A9-49FA-A306-0D50ADF907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8528D44-5415-4241-B293-DE2371643C56}">
      <dgm:prSet/>
      <dgm:spPr/>
      <dgm:t>
        <a:bodyPr/>
        <a:lstStyle/>
        <a:p>
          <a:r>
            <a:rPr lang="en-US"/>
            <a:t>Um algoritmo é uma </a:t>
          </a:r>
          <a:r>
            <a:rPr lang="en-US" b="1"/>
            <a:t>sequência finita, ordenada e não ambígua de passos</a:t>
          </a:r>
          <a:r>
            <a:rPr lang="en-US"/>
            <a:t> que leva à solução de um problema</a:t>
          </a:r>
        </a:p>
      </dgm:t>
    </dgm:pt>
    <dgm:pt modelId="{FF319D01-D39F-46F3-BD82-2F8725985531}" type="parTrans" cxnId="{A82D1856-7A10-4016-8C7D-7802DF300D0E}">
      <dgm:prSet/>
      <dgm:spPr/>
      <dgm:t>
        <a:bodyPr/>
        <a:lstStyle/>
        <a:p>
          <a:endParaRPr lang="en-US"/>
        </a:p>
      </dgm:t>
    </dgm:pt>
    <dgm:pt modelId="{C52D1CE6-3186-4822-B99B-92D544509398}" type="sibTrans" cxnId="{A82D1856-7A10-4016-8C7D-7802DF300D0E}">
      <dgm:prSet/>
      <dgm:spPr/>
      <dgm:t>
        <a:bodyPr/>
        <a:lstStyle/>
        <a:p>
          <a:endParaRPr lang="en-US"/>
        </a:p>
      </dgm:t>
    </dgm:pt>
    <dgm:pt modelId="{38A11C70-237B-437F-B1B7-31EE9A8A7B2A}">
      <dgm:prSet/>
      <dgm:spPr/>
      <dgm:t>
        <a:bodyPr/>
        <a:lstStyle/>
        <a:p>
          <a:r>
            <a:rPr lang="en-US"/>
            <a:t>Todo algoritmo deve ter: entrada definida, processamento claro e saída esperada</a:t>
          </a:r>
        </a:p>
      </dgm:t>
    </dgm:pt>
    <dgm:pt modelId="{CBCF34C1-85E6-4A80-84F1-AA30404C664C}" type="parTrans" cxnId="{CC1DB658-34EE-40F1-8972-337E0ED85B26}">
      <dgm:prSet/>
      <dgm:spPr/>
      <dgm:t>
        <a:bodyPr/>
        <a:lstStyle/>
        <a:p>
          <a:endParaRPr lang="en-US"/>
        </a:p>
      </dgm:t>
    </dgm:pt>
    <dgm:pt modelId="{418560E2-5FE6-4769-B4C1-DFF326DE7679}" type="sibTrans" cxnId="{CC1DB658-34EE-40F1-8972-337E0ED85B26}">
      <dgm:prSet/>
      <dgm:spPr/>
      <dgm:t>
        <a:bodyPr/>
        <a:lstStyle/>
        <a:p>
          <a:endParaRPr lang="en-US"/>
        </a:p>
      </dgm:t>
    </dgm:pt>
    <dgm:pt modelId="{9BC58AF4-31D1-44C2-9E9D-A981345B29B0}">
      <dgm:prSet/>
      <dgm:spPr/>
      <dgm:t>
        <a:bodyPr/>
        <a:lstStyle/>
        <a:p>
          <a:r>
            <a:rPr lang="en-US"/>
            <a:t>Pode ser expresso em linguagem natural, fluxograma ou código de programação</a:t>
          </a:r>
        </a:p>
      </dgm:t>
    </dgm:pt>
    <dgm:pt modelId="{70F0FFC2-2380-4B24-91C9-75F7C4097CFB}" type="parTrans" cxnId="{ADC3EF6A-22B5-492E-B2AC-BB55C280FB78}">
      <dgm:prSet/>
      <dgm:spPr/>
      <dgm:t>
        <a:bodyPr/>
        <a:lstStyle/>
        <a:p>
          <a:endParaRPr lang="en-US"/>
        </a:p>
      </dgm:t>
    </dgm:pt>
    <dgm:pt modelId="{0C3A8F93-2649-4FF8-8568-8E2CC7E17FA5}" type="sibTrans" cxnId="{ADC3EF6A-22B5-492E-B2AC-BB55C280FB78}">
      <dgm:prSet/>
      <dgm:spPr/>
      <dgm:t>
        <a:bodyPr/>
        <a:lstStyle/>
        <a:p>
          <a:endParaRPr lang="en-US"/>
        </a:p>
      </dgm:t>
    </dgm:pt>
    <dgm:pt modelId="{067012A9-5EB3-4C4E-8C62-53ABF49EEE99}">
      <dgm:prSet/>
      <dgm:spPr/>
      <dgm:t>
        <a:bodyPr/>
        <a:lstStyle/>
        <a:p>
          <a:r>
            <a:rPr lang="en-US" b="1"/>
            <a:t>Exemplo prático:</a:t>
          </a:r>
          <a:r>
            <a:rPr lang="en-US"/>
            <a:t> Uma receita de bolo é um algoritmo — lista ingredientes (entrada), descreve o preparo (processamento) e resulta no bolo (saída)</a:t>
          </a:r>
        </a:p>
      </dgm:t>
    </dgm:pt>
    <dgm:pt modelId="{CFDDEE58-2393-49FE-A415-6195132F66D7}" type="parTrans" cxnId="{89C4272E-8820-4D14-B98E-DA9C30828ABF}">
      <dgm:prSet/>
      <dgm:spPr/>
      <dgm:t>
        <a:bodyPr/>
        <a:lstStyle/>
        <a:p>
          <a:endParaRPr lang="en-US"/>
        </a:p>
      </dgm:t>
    </dgm:pt>
    <dgm:pt modelId="{30A9809C-F293-4B8A-8B1E-35B1BE756D65}" type="sibTrans" cxnId="{89C4272E-8820-4D14-B98E-DA9C30828ABF}">
      <dgm:prSet/>
      <dgm:spPr/>
      <dgm:t>
        <a:bodyPr/>
        <a:lstStyle/>
        <a:p>
          <a:endParaRPr lang="en-US"/>
        </a:p>
      </dgm:t>
    </dgm:pt>
    <dgm:pt modelId="{D62DC29C-BED5-4892-8078-076A8838BCE6}">
      <dgm:prSet/>
      <dgm:spPr/>
      <dgm:t>
        <a:bodyPr/>
        <a:lstStyle/>
        <a:p>
          <a:r>
            <a:rPr lang="en-US"/>
            <a:t>A eficiência de um algoritmo é medida pelo tempo de execução e pelo uso de memória (complexidade computacional)</a:t>
          </a:r>
        </a:p>
      </dgm:t>
    </dgm:pt>
    <dgm:pt modelId="{3D1C30F9-2D13-4FAA-85C4-972547B8A026}" type="parTrans" cxnId="{78600562-4FB0-4647-B9CD-D8FD293AD47D}">
      <dgm:prSet/>
      <dgm:spPr/>
      <dgm:t>
        <a:bodyPr/>
        <a:lstStyle/>
        <a:p>
          <a:endParaRPr lang="en-US"/>
        </a:p>
      </dgm:t>
    </dgm:pt>
    <dgm:pt modelId="{53E983DE-ECE8-4D05-8C02-527AB5ED2D3D}" type="sibTrans" cxnId="{78600562-4FB0-4647-B9CD-D8FD293AD47D}">
      <dgm:prSet/>
      <dgm:spPr/>
      <dgm:t>
        <a:bodyPr/>
        <a:lstStyle/>
        <a:p>
          <a:endParaRPr lang="en-US"/>
        </a:p>
      </dgm:t>
    </dgm:pt>
    <dgm:pt modelId="{34A9ACD8-76B5-4BEA-8653-878281ED1E44}" type="pres">
      <dgm:prSet presAssocID="{5C79EFDF-C7A9-49FA-A306-0D50ADF907E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0DCA7C1-80C9-4AE5-B303-2112850DD90D}" type="pres">
      <dgm:prSet presAssocID="{A8528D44-5415-4241-B293-DE2371643C56}" presName="compNode" presStyleCnt="0"/>
      <dgm:spPr/>
    </dgm:pt>
    <dgm:pt modelId="{743F0A35-7351-4B27-9F1C-1A4CEA47567B}" type="pres">
      <dgm:prSet presAssocID="{A8528D44-5415-4241-B293-DE2371643C56}" presName="bgRect" presStyleLbl="bgShp" presStyleIdx="0" presStyleCnt="5"/>
      <dgm:spPr/>
    </dgm:pt>
    <dgm:pt modelId="{B18E1C49-2B38-47A7-930E-8090A3041EAB}" type="pres">
      <dgm:prSet presAssocID="{A8528D44-5415-4241-B293-DE2371643C5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C78FFF4-1053-42D7-B0BA-BA47EE300D24}" type="pres">
      <dgm:prSet presAssocID="{A8528D44-5415-4241-B293-DE2371643C56}" presName="spaceRect" presStyleCnt="0"/>
      <dgm:spPr/>
    </dgm:pt>
    <dgm:pt modelId="{31061F6D-7A20-41BC-BFD0-489DA55172CA}" type="pres">
      <dgm:prSet presAssocID="{A8528D44-5415-4241-B293-DE2371643C56}" presName="parTx" presStyleLbl="revTx" presStyleIdx="0" presStyleCnt="5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5272FAAB-06E0-4587-AF99-ADE81591738E}" type="pres">
      <dgm:prSet presAssocID="{C52D1CE6-3186-4822-B99B-92D544509398}" presName="sibTrans" presStyleCnt="0"/>
      <dgm:spPr/>
    </dgm:pt>
    <dgm:pt modelId="{734E4500-6DB0-40CF-84D2-1CB6A7BAF88B}" type="pres">
      <dgm:prSet presAssocID="{38A11C70-237B-437F-B1B7-31EE9A8A7B2A}" presName="compNode" presStyleCnt="0"/>
      <dgm:spPr/>
    </dgm:pt>
    <dgm:pt modelId="{B0813716-DC21-42BC-8B82-93E73FEF4397}" type="pres">
      <dgm:prSet presAssocID="{38A11C70-237B-437F-B1B7-31EE9A8A7B2A}" presName="bgRect" presStyleLbl="bgShp" presStyleIdx="1" presStyleCnt="5"/>
      <dgm:spPr/>
    </dgm:pt>
    <dgm:pt modelId="{B3AEBB23-3696-4CE2-999B-D25D96854098}" type="pres">
      <dgm:prSet presAssocID="{38A11C70-237B-437F-B1B7-31EE9A8A7B2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F294CC92-94ED-44F5-BE1D-42B0A3E20CA0}" type="pres">
      <dgm:prSet presAssocID="{38A11C70-237B-437F-B1B7-31EE9A8A7B2A}" presName="spaceRect" presStyleCnt="0"/>
      <dgm:spPr/>
    </dgm:pt>
    <dgm:pt modelId="{B59EA79E-69B0-45E9-A1DE-78D1B3610EEE}" type="pres">
      <dgm:prSet presAssocID="{38A11C70-237B-437F-B1B7-31EE9A8A7B2A}" presName="parTx" presStyleLbl="revTx" presStyleIdx="1" presStyleCnt="5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086D961F-BC54-4F2D-A34E-88CB8A4BBC7E}" type="pres">
      <dgm:prSet presAssocID="{418560E2-5FE6-4769-B4C1-DFF326DE7679}" presName="sibTrans" presStyleCnt="0"/>
      <dgm:spPr/>
    </dgm:pt>
    <dgm:pt modelId="{56A08E4F-7D30-49C9-8515-95DB89660C50}" type="pres">
      <dgm:prSet presAssocID="{9BC58AF4-31D1-44C2-9E9D-A981345B29B0}" presName="compNode" presStyleCnt="0"/>
      <dgm:spPr/>
    </dgm:pt>
    <dgm:pt modelId="{276B3B9A-846E-4435-AE4F-C14093C0067A}" type="pres">
      <dgm:prSet presAssocID="{9BC58AF4-31D1-44C2-9E9D-A981345B29B0}" presName="bgRect" presStyleLbl="bgShp" presStyleIdx="2" presStyleCnt="5"/>
      <dgm:spPr/>
    </dgm:pt>
    <dgm:pt modelId="{5D57FF7A-319D-47DC-93A0-D5AD39E07DEE}" type="pres">
      <dgm:prSet presAssocID="{9BC58AF4-31D1-44C2-9E9D-A981345B29B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"/>
        </a:ext>
      </dgm:extLst>
    </dgm:pt>
    <dgm:pt modelId="{CB8770FD-2063-483C-A3F1-785CE9A4A2CB}" type="pres">
      <dgm:prSet presAssocID="{9BC58AF4-31D1-44C2-9E9D-A981345B29B0}" presName="spaceRect" presStyleCnt="0"/>
      <dgm:spPr/>
    </dgm:pt>
    <dgm:pt modelId="{A12BE552-9B99-464B-BCAC-DC2BFF9400C1}" type="pres">
      <dgm:prSet presAssocID="{9BC58AF4-31D1-44C2-9E9D-A981345B29B0}" presName="parTx" presStyleLbl="revTx" presStyleIdx="2" presStyleCnt="5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9634B1A7-A785-412C-B05E-DD89BBB625B3}" type="pres">
      <dgm:prSet presAssocID="{0C3A8F93-2649-4FF8-8568-8E2CC7E17FA5}" presName="sibTrans" presStyleCnt="0"/>
      <dgm:spPr/>
    </dgm:pt>
    <dgm:pt modelId="{36C9DB85-DDB7-43EB-B1F6-9E6E1AE03840}" type="pres">
      <dgm:prSet presAssocID="{067012A9-5EB3-4C4E-8C62-53ABF49EEE99}" presName="compNode" presStyleCnt="0"/>
      <dgm:spPr/>
    </dgm:pt>
    <dgm:pt modelId="{E9D25E56-730B-417F-90CB-2F2341C85735}" type="pres">
      <dgm:prSet presAssocID="{067012A9-5EB3-4C4E-8C62-53ABF49EEE99}" presName="bgRect" presStyleLbl="bgShp" presStyleIdx="3" presStyleCnt="5"/>
      <dgm:spPr/>
    </dgm:pt>
    <dgm:pt modelId="{97E7E84E-E3FB-49EE-B624-ECB1E83622A2}" type="pres">
      <dgm:prSet presAssocID="{067012A9-5EB3-4C4E-8C62-53ABF49EEE9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D34A7908-CE64-4A09-8513-0360C98D6853}" type="pres">
      <dgm:prSet presAssocID="{067012A9-5EB3-4C4E-8C62-53ABF49EEE99}" presName="spaceRect" presStyleCnt="0"/>
      <dgm:spPr/>
    </dgm:pt>
    <dgm:pt modelId="{E266D8B9-2138-4C67-ABF6-7EC3C2EA4A29}" type="pres">
      <dgm:prSet presAssocID="{067012A9-5EB3-4C4E-8C62-53ABF49EEE99}" presName="parTx" presStyleLbl="revTx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89D3D0BC-5FE6-45EF-80B5-6964415EEA98}" type="pres">
      <dgm:prSet presAssocID="{30A9809C-F293-4B8A-8B1E-35B1BE756D65}" presName="sibTrans" presStyleCnt="0"/>
      <dgm:spPr/>
    </dgm:pt>
    <dgm:pt modelId="{A5D47869-2BF0-4937-BB7B-FD44A4EF9804}" type="pres">
      <dgm:prSet presAssocID="{D62DC29C-BED5-4892-8078-076A8838BCE6}" presName="compNode" presStyleCnt="0"/>
      <dgm:spPr/>
    </dgm:pt>
    <dgm:pt modelId="{E1519FB0-C38C-4C04-ACCA-D4A3A213432B}" type="pres">
      <dgm:prSet presAssocID="{D62DC29C-BED5-4892-8078-076A8838BCE6}" presName="bgRect" presStyleLbl="bgShp" presStyleIdx="4" presStyleCnt="5"/>
      <dgm:spPr/>
    </dgm:pt>
    <dgm:pt modelId="{B3E06D1E-317E-48B6-B512-B589598C21FE}" type="pres">
      <dgm:prSet presAssocID="{D62DC29C-BED5-4892-8078-076A8838BCE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8395180F-74AE-4420-934D-475B11EC6127}" type="pres">
      <dgm:prSet presAssocID="{D62DC29C-BED5-4892-8078-076A8838BCE6}" presName="spaceRect" presStyleCnt="0"/>
      <dgm:spPr/>
    </dgm:pt>
    <dgm:pt modelId="{54A126F7-A6C8-4730-A118-0366EDA2106E}" type="pres">
      <dgm:prSet presAssocID="{D62DC29C-BED5-4892-8078-076A8838BCE6}" presName="parTx" presStyleLbl="revTx" presStyleIdx="4" presStyleCnt="5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</dgm:ptLst>
  <dgm:cxnLst>
    <dgm:cxn modelId="{107351A1-4D2D-42E9-B306-D0A61F116766}" type="presOf" srcId="{067012A9-5EB3-4C4E-8C62-53ABF49EEE99}" destId="{E266D8B9-2138-4C67-ABF6-7EC3C2EA4A29}" srcOrd="0" destOrd="0" presId="urn:microsoft.com/office/officeart/2018/2/layout/IconVerticalSolidList"/>
    <dgm:cxn modelId="{4112BC6F-AEF1-4382-86EF-0CE2E49EB032}" type="presOf" srcId="{38A11C70-237B-437F-B1B7-31EE9A8A7B2A}" destId="{B59EA79E-69B0-45E9-A1DE-78D1B3610EEE}" srcOrd="0" destOrd="0" presId="urn:microsoft.com/office/officeart/2018/2/layout/IconVerticalSolidList"/>
    <dgm:cxn modelId="{CC1DB658-34EE-40F1-8972-337E0ED85B26}" srcId="{5C79EFDF-C7A9-49FA-A306-0D50ADF907E3}" destId="{38A11C70-237B-437F-B1B7-31EE9A8A7B2A}" srcOrd="1" destOrd="0" parTransId="{CBCF34C1-85E6-4A80-84F1-AA30404C664C}" sibTransId="{418560E2-5FE6-4769-B4C1-DFF326DE7679}"/>
    <dgm:cxn modelId="{16399C24-EECC-4BF8-822C-1BEA4A0072B9}" type="presOf" srcId="{D62DC29C-BED5-4892-8078-076A8838BCE6}" destId="{54A126F7-A6C8-4730-A118-0366EDA2106E}" srcOrd="0" destOrd="0" presId="urn:microsoft.com/office/officeart/2018/2/layout/IconVerticalSolidList"/>
    <dgm:cxn modelId="{C56411D4-722B-4839-BB7B-75340361C23F}" type="presOf" srcId="{9BC58AF4-31D1-44C2-9E9D-A981345B29B0}" destId="{A12BE552-9B99-464B-BCAC-DC2BFF9400C1}" srcOrd="0" destOrd="0" presId="urn:microsoft.com/office/officeart/2018/2/layout/IconVerticalSolidList"/>
    <dgm:cxn modelId="{89C4272E-8820-4D14-B98E-DA9C30828ABF}" srcId="{5C79EFDF-C7A9-49FA-A306-0D50ADF907E3}" destId="{067012A9-5EB3-4C4E-8C62-53ABF49EEE99}" srcOrd="3" destOrd="0" parTransId="{CFDDEE58-2393-49FE-A415-6195132F66D7}" sibTransId="{30A9809C-F293-4B8A-8B1E-35B1BE756D65}"/>
    <dgm:cxn modelId="{78600562-4FB0-4647-B9CD-D8FD293AD47D}" srcId="{5C79EFDF-C7A9-49FA-A306-0D50ADF907E3}" destId="{D62DC29C-BED5-4892-8078-076A8838BCE6}" srcOrd="4" destOrd="0" parTransId="{3D1C30F9-2D13-4FAA-85C4-972547B8A026}" sibTransId="{53E983DE-ECE8-4D05-8C02-527AB5ED2D3D}"/>
    <dgm:cxn modelId="{864B82AC-44A8-434A-A614-0D4520710187}" type="presOf" srcId="{A8528D44-5415-4241-B293-DE2371643C56}" destId="{31061F6D-7A20-41BC-BFD0-489DA55172CA}" srcOrd="0" destOrd="0" presId="urn:microsoft.com/office/officeart/2018/2/layout/IconVerticalSolidList"/>
    <dgm:cxn modelId="{ADC3EF6A-22B5-492E-B2AC-BB55C280FB78}" srcId="{5C79EFDF-C7A9-49FA-A306-0D50ADF907E3}" destId="{9BC58AF4-31D1-44C2-9E9D-A981345B29B0}" srcOrd="2" destOrd="0" parTransId="{70F0FFC2-2380-4B24-91C9-75F7C4097CFB}" sibTransId="{0C3A8F93-2649-4FF8-8568-8E2CC7E17FA5}"/>
    <dgm:cxn modelId="{A82D1856-7A10-4016-8C7D-7802DF300D0E}" srcId="{5C79EFDF-C7A9-49FA-A306-0D50ADF907E3}" destId="{A8528D44-5415-4241-B293-DE2371643C56}" srcOrd="0" destOrd="0" parTransId="{FF319D01-D39F-46F3-BD82-2F8725985531}" sibTransId="{C52D1CE6-3186-4822-B99B-92D544509398}"/>
    <dgm:cxn modelId="{229DAF6E-EC93-4F77-854D-BB063CFCF1B1}" type="presOf" srcId="{5C79EFDF-C7A9-49FA-A306-0D50ADF907E3}" destId="{34A9ACD8-76B5-4BEA-8653-878281ED1E44}" srcOrd="0" destOrd="0" presId="urn:microsoft.com/office/officeart/2018/2/layout/IconVerticalSolidList"/>
    <dgm:cxn modelId="{BE9316C3-32CB-45C1-8B57-303103502A71}" type="presParOf" srcId="{34A9ACD8-76B5-4BEA-8653-878281ED1E44}" destId="{70DCA7C1-80C9-4AE5-B303-2112850DD90D}" srcOrd="0" destOrd="0" presId="urn:microsoft.com/office/officeart/2018/2/layout/IconVerticalSolidList"/>
    <dgm:cxn modelId="{48C5FD56-B833-4DA1-878A-2D8ED111D527}" type="presParOf" srcId="{70DCA7C1-80C9-4AE5-B303-2112850DD90D}" destId="{743F0A35-7351-4B27-9F1C-1A4CEA47567B}" srcOrd="0" destOrd="0" presId="urn:microsoft.com/office/officeart/2018/2/layout/IconVerticalSolidList"/>
    <dgm:cxn modelId="{C9165E64-9536-45C5-A003-2466581A31A6}" type="presParOf" srcId="{70DCA7C1-80C9-4AE5-B303-2112850DD90D}" destId="{B18E1C49-2B38-47A7-930E-8090A3041EAB}" srcOrd="1" destOrd="0" presId="urn:microsoft.com/office/officeart/2018/2/layout/IconVerticalSolidList"/>
    <dgm:cxn modelId="{E6B45BF5-46EA-4604-ABF6-1CA76A8A9377}" type="presParOf" srcId="{70DCA7C1-80C9-4AE5-B303-2112850DD90D}" destId="{8C78FFF4-1053-42D7-B0BA-BA47EE300D24}" srcOrd="2" destOrd="0" presId="urn:microsoft.com/office/officeart/2018/2/layout/IconVerticalSolidList"/>
    <dgm:cxn modelId="{3B7EC5B7-0848-462E-BF25-13003FF16356}" type="presParOf" srcId="{70DCA7C1-80C9-4AE5-B303-2112850DD90D}" destId="{31061F6D-7A20-41BC-BFD0-489DA55172CA}" srcOrd="3" destOrd="0" presId="urn:microsoft.com/office/officeart/2018/2/layout/IconVerticalSolidList"/>
    <dgm:cxn modelId="{552E9F85-A8D7-42E3-8138-33E7F4484F27}" type="presParOf" srcId="{34A9ACD8-76B5-4BEA-8653-878281ED1E44}" destId="{5272FAAB-06E0-4587-AF99-ADE81591738E}" srcOrd="1" destOrd="0" presId="urn:microsoft.com/office/officeart/2018/2/layout/IconVerticalSolidList"/>
    <dgm:cxn modelId="{EB6DB295-BEAE-4068-B055-F3FD01792545}" type="presParOf" srcId="{34A9ACD8-76B5-4BEA-8653-878281ED1E44}" destId="{734E4500-6DB0-40CF-84D2-1CB6A7BAF88B}" srcOrd="2" destOrd="0" presId="urn:microsoft.com/office/officeart/2018/2/layout/IconVerticalSolidList"/>
    <dgm:cxn modelId="{3B2D8439-884E-4730-8742-382467FE102C}" type="presParOf" srcId="{734E4500-6DB0-40CF-84D2-1CB6A7BAF88B}" destId="{B0813716-DC21-42BC-8B82-93E73FEF4397}" srcOrd="0" destOrd="0" presId="urn:microsoft.com/office/officeart/2018/2/layout/IconVerticalSolidList"/>
    <dgm:cxn modelId="{5EB6A4BE-15D1-440D-9F70-B4A4D5D787F2}" type="presParOf" srcId="{734E4500-6DB0-40CF-84D2-1CB6A7BAF88B}" destId="{B3AEBB23-3696-4CE2-999B-D25D96854098}" srcOrd="1" destOrd="0" presId="urn:microsoft.com/office/officeart/2018/2/layout/IconVerticalSolidList"/>
    <dgm:cxn modelId="{CDD2AE6C-377E-4189-B069-8C2C87D33CB1}" type="presParOf" srcId="{734E4500-6DB0-40CF-84D2-1CB6A7BAF88B}" destId="{F294CC92-94ED-44F5-BE1D-42B0A3E20CA0}" srcOrd="2" destOrd="0" presId="urn:microsoft.com/office/officeart/2018/2/layout/IconVerticalSolidList"/>
    <dgm:cxn modelId="{92EC7D58-AD48-43BA-B68A-8EE0A32A599E}" type="presParOf" srcId="{734E4500-6DB0-40CF-84D2-1CB6A7BAF88B}" destId="{B59EA79E-69B0-45E9-A1DE-78D1B3610EEE}" srcOrd="3" destOrd="0" presId="urn:microsoft.com/office/officeart/2018/2/layout/IconVerticalSolidList"/>
    <dgm:cxn modelId="{B2B0E0DA-906E-4CF4-9023-019999990EE4}" type="presParOf" srcId="{34A9ACD8-76B5-4BEA-8653-878281ED1E44}" destId="{086D961F-BC54-4F2D-A34E-88CB8A4BBC7E}" srcOrd="3" destOrd="0" presId="urn:microsoft.com/office/officeart/2018/2/layout/IconVerticalSolidList"/>
    <dgm:cxn modelId="{5FB23558-EE0C-4F41-AA42-7F93931D8630}" type="presParOf" srcId="{34A9ACD8-76B5-4BEA-8653-878281ED1E44}" destId="{56A08E4F-7D30-49C9-8515-95DB89660C50}" srcOrd="4" destOrd="0" presId="urn:microsoft.com/office/officeart/2018/2/layout/IconVerticalSolidList"/>
    <dgm:cxn modelId="{66E28F12-00CD-48AA-B8F0-458FF1852934}" type="presParOf" srcId="{56A08E4F-7D30-49C9-8515-95DB89660C50}" destId="{276B3B9A-846E-4435-AE4F-C14093C0067A}" srcOrd="0" destOrd="0" presId="urn:microsoft.com/office/officeart/2018/2/layout/IconVerticalSolidList"/>
    <dgm:cxn modelId="{8E6B4BEA-06A1-4FC6-AD37-49F0762BB881}" type="presParOf" srcId="{56A08E4F-7D30-49C9-8515-95DB89660C50}" destId="{5D57FF7A-319D-47DC-93A0-D5AD39E07DEE}" srcOrd="1" destOrd="0" presId="urn:microsoft.com/office/officeart/2018/2/layout/IconVerticalSolidList"/>
    <dgm:cxn modelId="{0D56F52D-A0A9-493C-8AD9-6B4088491C12}" type="presParOf" srcId="{56A08E4F-7D30-49C9-8515-95DB89660C50}" destId="{CB8770FD-2063-483C-A3F1-785CE9A4A2CB}" srcOrd="2" destOrd="0" presId="urn:microsoft.com/office/officeart/2018/2/layout/IconVerticalSolidList"/>
    <dgm:cxn modelId="{FC0DC01E-A039-424D-95E7-674D3DE4A17E}" type="presParOf" srcId="{56A08E4F-7D30-49C9-8515-95DB89660C50}" destId="{A12BE552-9B99-464B-BCAC-DC2BFF9400C1}" srcOrd="3" destOrd="0" presId="urn:microsoft.com/office/officeart/2018/2/layout/IconVerticalSolidList"/>
    <dgm:cxn modelId="{DDC59549-F832-405D-97D1-97F4AAC16025}" type="presParOf" srcId="{34A9ACD8-76B5-4BEA-8653-878281ED1E44}" destId="{9634B1A7-A785-412C-B05E-DD89BBB625B3}" srcOrd="5" destOrd="0" presId="urn:microsoft.com/office/officeart/2018/2/layout/IconVerticalSolidList"/>
    <dgm:cxn modelId="{B686B04F-CD0B-491F-AAE1-4F6F8036598C}" type="presParOf" srcId="{34A9ACD8-76B5-4BEA-8653-878281ED1E44}" destId="{36C9DB85-DDB7-43EB-B1F6-9E6E1AE03840}" srcOrd="6" destOrd="0" presId="urn:microsoft.com/office/officeart/2018/2/layout/IconVerticalSolidList"/>
    <dgm:cxn modelId="{FF8340EF-720B-40A9-B498-A2A6F52329FD}" type="presParOf" srcId="{36C9DB85-DDB7-43EB-B1F6-9E6E1AE03840}" destId="{E9D25E56-730B-417F-90CB-2F2341C85735}" srcOrd="0" destOrd="0" presId="urn:microsoft.com/office/officeart/2018/2/layout/IconVerticalSolidList"/>
    <dgm:cxn modelId="{85FB4771-BBE4-4073-940D-8D935729FFDB}" type="presParOf" srcId="{36C9DB85-DDB7-43EB-B1F6-9E6E1AE03840}" destId="{97E7E84E-E3FB-49EE-B624-ECB1E83622A2}" srcOrd="1" destOrd="0" presId="urn:microsoft.com/office/officeart/2018/2/layout/IconVerticalSolidList"/>
    <dgm:cxn modelId="{FDC340EF-1717-4C66-A934-7269D4A6F921}" type="presParOf" srcId="{36C9DB85-DDB7-43EB-B1F6-9E6E1AE03840}" destId="{D34A7908-CE64-4A09-8513-0360C98D6853}" srcOrd="2" destOrd="0" presId="urn:microsoft.com/office/officeart/2018/2/layout/IconVerticalSolidList"/>
    <dgm:cxn modelId="{6485E920-208A-43CC-9707-279FFAD8A78B}" type="presParOf" srcId="{36C9DB85-DDB7-43EB-B1F6-9E6E1AE03840}" destId="{E266D8B9-2138-4C67-ABF6-7EC3C2EA4A29}" srcOrd="3" destOrd="0" presId="urn:microsoft.com/office/officeart/2018/2/layout/IconVerticalSolidList"/>
    <dgm:cxn modelId="{F0AA1E11-49E2-4508-819D-35D31FDDC69C}" type="presParOf" srcId="{34A9ACD8-76B5-4BEA-8653-878281ED1E44}" destId="{89D3D0BC-5FE6-45EF-80B5-6964415EEA98}" srcOrd="7" destOrd="0" presId="urn:microsoft.com/office/officeart/2018/2/layout/IconVerticalSolidList"/>
    <dgm:cxn modelId="{EE14279E-FC67-4785-A8F5-5104095B4F6A}" type="presParOf" srcId="{34A9ACD8-76B5-4BEA-8653-878281ED1E44}" destId="{A5D47869-2BF0-4937-BB7B-FD44A4EF9804}" srcOrd="8" destOrd="0" presId="urn:microsoft.com/office/officeart/2018/2/layout/IconVerticalSolidList"/>
    <dgm:cxn modelId="{15710053-DAA6-47A8-971E-848053779ADF}" type="presParOf" srcId="{A5D47869-2BF0-4937-BB7B-FD44A4EF9804}" destId="{E1519FB0-C38C-4C04-ACCA-D4A3A213432B}" srcOrd="0" destOrd="0" presId="urn:microsoft.com/office/officeart/2018/2/layout/IconVerticalSolidList"/>
    <dgm:cxn modelId="{F8CA5585-ED85-475F-A702-3B5BD7AEA077}" type="presParOf" srcId="{A5D47869-2BF0-4937-BB7B-FD44A4EF9804}" destId="{B3E06D1E-317E-48B6-B512-B589598C21FE}" srcOrd="1" destOrd="0" presId="urn:microsoft.com/office/officeart/2018/2/layout/IconVerticalSolidList"/>
    <dgm:cxn modelId="{C0B046F0-704F-4ABB-929D-87A89CE44A1B}" type="presParOf" srcId="{A5D47869-2BF0-4937-BB7B-FD44A4EF9804}" destId="{8395180F-74AE-4420-934D-475B11EC6127}" srcOrd="2" destOrd="0" presId="urn:microsoft.com/office/officeart/2018/2/layout/IconVerticalSolidList"/>
    <dgm:cxn modelId="{65F86BD1-F022-4DAD-985B-0067870C4547}" type="presParOf" srcId="{A5D47869-2BF0-4937-BB7B-FD44A4EF9804}" destId="{54A126F7-A6C8-4730-A118-0366EDA210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0E6637-A57F-4317-B84C-E9FEA38A4E51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1552B05-1DAA-43AF-BC85-840D993662C3}">
      <dgm:prSet/>
      <dgm:spPr/>
      <dgm:t>
        <a:bodyPr/>
        <a:lstStyle/>
        <a:p>
          <a:r>
            <a:rPr lang="pt-BR" dirty="0"/>
            <a:t>WING, </a:t>
          </a:r>
          <a:r>
            <a:rPr lang="pt-BR" dirty="0" err="1"/>
            <a:t>Jeannette</a:t>
          </a:r>
          <a:r>
            <a:rPr lang="pt-BR" dirty="0"/>
            <a:t> M. </a:t>
          </a:r>
          <a:r>
            <a:rPr lang="pt-BR" b="1" dirty="0" err="1"/>
            <a:t>Computational</a:t>
          </a:r>
          <a:r>
            <a:rPr lang="pt-BR" b="1" dirty="0"/>
            <a:t> </a:t>
          </a:r>
          <a:r>
            <a:rPr lang="pt-BR" b="1" dirty="0" err="1"/>
            <a:t>thinking</a:t>
          </a:r>
          <a:r>
            <a:rPr lang="pt-BR" dirty="0"/>
            <a:t>. </a:t>
          </a:r>
          <a:r>
            <a:rPr lang="pt-BR" i="1" dirty="0"/>
            <a:t>Communications </a:t>
          </a:r>
          <a:r>
            <a:rPr lang="pt-BR" i="1" dirty="0" err="1"/>
            <a:t>of</a:t>
          </a:r>
          <a:r>
            <a:rPr lang="pt-BR" i="1" dirty="0"/>
            <a:t> </a:t>
          </a:r>
          <a:r>
            <a:rPr lang="pt-BR" i="1" dirty="0" err="1"/>
            <a:t>the</a:t>
          </a:r>
          <a:r>
            <a:rPr lang="pt-BR" i="1" dirty="0"/>
            <a:t> ACM</a:t>
          </a:r>
          <a:r>
            <a:rPr lang="pt-BR" dirty="0"/>
            <a:t>, New York, v. 49, n. 3, p. 33–35, 2006.</a:t>
          </a:r>
          <a:endParaRPr lang="en-US" dirty="0"/>
        </a:p>
      </dgm:t>
    </dgm:pt>
    <dgm:pt modelId="{C499BBB6-C96B-403C-B2C9-A735CE5069A8}" type="parTrans" cxnId="{A12F6893-69A7-4EEF-AF7B-07C370A5E688}">
      <dgm:prSet/>
      <dgm:spPr/>
      <dgm:t>
        <a:bodyPr/>
        <a:lstStyle/>
        <a:p>
          <a:endParaRPr lang="en-US"/>
        </a:p>
      </dgm:t>
    </dgm:pt>
    <dgm:pt modelId="{00C976DD-3090-4E27-9B87-26A3FCEB3AE1}" type="sibTrans" cxnId="{A12F6893-69A7-4EEF-AF7B-07C370A5E688}">
      <dgm:prSet/>
      <dgm:spPr/>
      <dgm:t>
        <a:bodyPr/>
        <a:lstStyle/>
        <a:p>
          <a:endParaRPr lang="en-US"/>
        </a:p>
      </dgm:t>
    </dgm:pt>
    <dgm:pt modelId="{7E3F2B87-CC76-4CD4-BF21-83F8B4EC68D2}">
      <dgm:prSet/>
      <dgm:spPr/>
      <dgm:t>
        <a:bodyPr/>
        <a:lstStyle/>
        <a:p>
          <a:r>
            <a:rPr lang="pt-BR" dirty="0"/>
            <a:t>BRACKMANN, Christian </a:t>
          </a:r>
          <a:r>
            <a:rPr lang="pt-BR" dirty="0" err="1"/>
            <a:t>Puhlmann</a:t>
          </a:r>
          <a:r>
            <a:rPr lang="pt-BR" dirty="0"/>
            <a:t>. </a:t>
          </a:r>
          <a:r>
            <a:rPr lang="pt-BR" b="1" i="1" dirty="0"/>
            <a:t>Desenvolvimento do pensamento computacional através de atividades </a:t>
          </a:r>
          <a:r>
            <a:rPr lang="pt-BR" b="1" i="1" dirty="0" err="1"/>
            <a:t>desplugadas</a:t>
          </a:r>
          <a:r>
            <a:rPr lang="pt-BR" dirty="0"/>
            <a:t>. 2017. Tese (Doutorado) – Universidade Federal do Rio Grande do Sul, Porto Alegre, 2017.</a:t>
          </a:r>
          <a:endParaRPr lang="en-US" dirty="0"/>
        </a:p>
      </dgm:t>
    </dgm:pt>
    <dgm:pt modelId="{F8E557F9-BD89-4458-93D6-DD45310644B2}" type="parTrans" cxnId="{D8E1815B-527F-4BC9-B429-FD7BE5111381}">
      <dgm:prSet/>
      <dgm:spPr/>
      <dgm:t>
        <a:bodyPr/>
        <a:lstStyle/>
        <a:p>
          <a:endParaRPr lang="en-US"/>
        </a:p>
      </dgm:t>
    </dgm:pt>
    <dgm:pt modelId="{D4FC34EA-6099-45DC-8568-A31EBE7435E3}" type="sibTrans" cxnId="{D8E1815B-527F-4BC9-B429-FD7BE5111381}">
      <dgm:prSet/>
      <dgm:spPr/>
      <dgm:t>
        <a:bodyPr/>
        <a:lstStyle/>
        <a:p>
          <a:endParaRPr lang="en-US"/>
        </a:p>
      </dgm:t>
    </dgm:pt>
    <dgm:pt modelId="{BD1C70EE-6166-4582-8EDE-14C4D589160C}">
      <dgm:prSet/>
      <dgm:spPr/>
      <dgm:t>
        <a:bodyPr/>
        <a:lstStyle/>
        <a:p>
          <a:pPr algn="l"/>
          <a:r>
            <a:rPr lang="pt-BR" dirty="0"/>
            <a:t>BLIKSTEIN, Paulo. </a:t>
          </a:r>
          <a:r>
            <a:rPr lang="pt-BR" b="1" dirty="0"/>
            <a:t>O pensamento computacional e a educação</a:t>
          </a:r>
          <a:r>
            <a:rPr lang="pt-BR" dirty="0"/>
            <a:t>. Disponível em:</a:t>
          </a:r>
          <a:r>
            <a:rPr lang="pt-BR" u="none" dirty="0"/>
            <a:t> https://www.scielo.br</a:t>
          </a:r>
          <a:r>
            <a:rPr lang="pt-BR" dirty="0"/>
            <a:t>. Acesso em: 21 abr. 2026.</a:t>
          </a:r>
          <a:endParaRPr lang="en-US" dirty="0"/>
        </a:p>
      </dgm:t>
    </dgm:pt>
    <dgm:pt modelId="{3ACCDB9E-4212-492A-A7F2-C385C882A6F5}" type="parTrans" cxnId="{0F6B8E9F-F22E-4532-B4E0-CE4295A4C9CD}">
      <dgm:prSet/>
      <dgm:spPr/>
      <dgm:t>
        <a:bodyPr/>
        <a:lstStyle/>
        <a:p>
          <a:endParaRPr lang="en-US"/>
        </a:p>
      </dgm:t>
    </dgm:pt>
    <dgm:pt modelId="{B6719507-9245-4BBC-B033-7E5435F559A5}" type="sibTrans" cxnId="{0F6B8E9F-F22E-4532-B4E0-CE4295A4C9CD}">
      <dgm:prSet/>
      <dgm:spPr/>
      <dgm:t>
        <a:bodyPr/>
        <a:lstStyle/>
        <a:p>
          <a:endParaRPr lang="en-US"/>
        </a:p>
      </dgm:t>
    </dgm:pt>
    <dgm:pt modelId="{2544FBFC-CBEE-4125-8D59-BA80C26D4F2B}">
      <dgm:prSet/>
      <dgm:spPr/>
      <dgm:t>
        <a:bodyPr/>
        <a:lstStyle/>
        <a:p>
          <a:r>
            <a:rPr lang="pt-BR" dirty="0"/>
            <a:t>BRASIL. Ministério da Educação. </a:t>
          </a:r>
          <a:r>
            <a:rPr lang="pt-BR" b="1" dirty="0"/>
            <a:t>Base Nacional Comum Curricular (BNCC)</a:t>
          </a:r>
          <a:r>
            <a:rPr lang="pt-BR" dirty="0"/>
            <a:t>. Brasília: MEC, 2018. Disponível em: </a:t>
          </a:r>
          <a:r>
            <a:rPr lang="pt-BR" u="none" dirty="0"/>
            <a:t>http://basenacionalcomum.mec.gov.br/</a:t>
          </a:r>
          <a:r>
            <a:rPr lang="pt-BR" dirty="0"/>
            <a:t>. Acesso em: 21 abr. 2026.</a:t>
          </a:r>
          <a:endParaRPr lang="en-US" dirty="0"/>
        </a:p>
      </dgm:t>
    </dgm:pt>
    <dgm:pt modelId="{DEB06B02-75D1-4EE1-B83A-D0D0A15556ED}" type="parTrans" cxnId="{BEEA2708-4035-49B0-B4C8-7251A58226CE}">
      <dgm:prSet/>
      <dgm:spPr/>
      <dgm:t>
        <a:bodyPr/>
        <a:lstStyle/>
        <a:p>
          <a:endParaRPr lang="en-US"/>
        </a:p>
      </dgm:t>
    </dgm:pt>
    <dgm:pt modelId="{224F5FC1-6785-474C-B43A-2DD5EB42553D}" type="sibTrans" cxnId="{BEEA2708-4035-49B0-B4C8-7251A58226CE}">
      <dgm:prSet/>
      <dgm:spPr/>
      <dgm:t>
        <a:bodyPr/>
        <a:lstStyle/>
        <a:p>
          <a:endParaRPr lang="en-US"/>
        </a:p>
      </dgm:t>
    </dgm:pt>
    <dgm:pt modelId="{57D3F863-328D-44DB-880F-7E64BB12D463}" type="pres">
      <dgm:prSet presAssocID="{A50E6637-A57F-4317-B84C-E9FEA38A4E51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6B6AB71A-7323-4EA9-9E88-46752CDB7B0F}" type="pres">
      <dgm:prSet presAssocID="{81552B05-1DAA-43AF-BC85-840D993662C3}" presName="thickLine" presStyleLbl="alignNode1" presStyleIdx="0" presStyleCnt="4"/>
      <dgm:spPr/>
    </dgm:pt>
    <dgm:pt modelId="{B18D0305-3DDF-43A4-8517-23E773B5CFD9}" type="pres">
      <dgm:prSet presAssocID="{81552B05-1DAA-43AF-BC85-840D993662C3}" presName="horz1" presStyleCnt="0"/>
      <dgm:spPr/>
    </dgm:pt>
    <dgm:pt modelId="{530DAC2A-0665-47D7-B782-77E3E05D95B7}" type="pres">
      <dgm:prSet presAssocID="{81552B05-1DAA-43AF-BC85-840D993662C3}" presName="tx1" presStyleLbl="revTx" presStyleIdx="0" presStyleCnt="4"/>
      <dgm:spPr/>
      <dgm:t>
        <a:bodyPr/>
        <a:lstStyle/>
        <a:p>
          <a:endParaRPr lang="pt-BR"/>
        </a:p>
      </dgm:t>
    </dgm:pt>
    <dgm:pt modelId="{9A34C098-D5C1-4BAC-8D60-A9D9061DF7D5}" type="pres">
      <dgm:prSet presAssocID="{81552B05-1DAA-43AF-BC85-840D993662C3}" presName="vert1" presStyleCnt="0"/>
      <dgm:spPr/>
    </dgm:pt>
    <dgm:pt modelId="{ACB37E24-44A9-4783-A58B-DEE3490CC223}" type="pres">
      <dgm:prSet presAssocID="{7E3F2B87-CC76-4CD4-BF21-83F8B4EC68D2}" presName="thickLine" presStyleLbl="alignNode1" presStyleIdx="1" presStyleCnt="4"/>
      <dgm:spPr/>
    </dgm:pt>
    <dgm:pt modelId="{CA0DC0E5-13EA-4BCD-A06A-C5D2AF247142}" type="pres">
      <dgm:prSet presAssocID="{7E3F2B87-CC76-4CD4-BF21-83F8B4EC68D2}" presName="horz1" presStyleCnt="0"/>
      <dgm:spPr/>
    </dgm:pt>
    <dgm:pt modelId="{0B6D0292-6DCB-45BD-8A62-6C5CF2DFF9BD}" type="pres">
      <dgm:prSet presAssocID="{7E3F2B87-CC76-4CD4-BF21-83F8B4EC68D2}" presName="tx1" presStyleLbl="revTx" presStyleIdx="1" presStyleCnt="4"/>
      <dgm:spPr/>
      <dgm:t>
        <a:bodyPr/>
        <a:lstStyle/>
        <a:p>
          <a:endParaRPr lang="pt-BR"/>
        </a:p>
      </dgm:t>
    </dgm:pt>
    <dgm:pt modelId="{B4A7CE0D-B961-41EE-A041-E70D55B0E6BE}" type="pres">
      <dgm:prSet presAssocID="{7E3F2B87-CC76-4CD4-BF21-83F8B4EC68D2}" presName="vert1" presStyleCnt="0"/>
      <dgm:spPr/>
    </dgm:pt>
    <dgm:pt modelId="{27427DBB-46A4-4F6D-A98E-905D3DB4CB19}" type="pres">
      <dgm:prSet presAssocID="{BD1C70EE-6166-4582-8EDE-14C4D589160C}" presName="thickLine" presStyleLbl="alignNode1" presStyleIdx="2" presStyleCnt="4"/>
      <dgm:spPr/>
    </dgm:pt>
    <dgm:pt modelId="{47B6B1AF-2214-40B8-B49D-638D5E1E7EF8}" type="pres">
      <dgm:prSet presAssocID="{BD1C70EE-6166-4582-8EDE-14C4D589160C}" presName="horz1" presStyleCnt="0"/>
      <dgm:spPr/>
    </dgm:pt>
    <dgm:pt modelId="{8F12DBB0-1A9C-41DB-B3F9-CD67441D1AA2}" type="pres">
      <dgm:prSet presAssocID="{BD1C70EE-6166-4582-8EDE-14C4D589160C}" presName="tx1" presStyleLbl="revTx" presStyleIdx="2" presStyleCnt="4"/>
      <dgm:spPr/>
      <dgm:t>
        <a:bodyPr/>
        <a:lstStyle/>
        <a:p>
          <a:endParaRPr lang="pt-BR"/>
        </a:p>
      </dgm:t>
    </dgm:pt>
    <dgm:pt modelId="{AC7DC0C9-EE8A-45F1-A04C-B42B0EA34359}" type="pres">
      <dgm:prSet presAssocID="{BD1C70EE-6166-4582-8EDE-14C4D589160C}" presName="vert1" presStyleCnt="0"/>
      <dgm:spPr/>
    </dgm:pt>
    <dgm:pt modelId="{5CC4CF1A-96D9-4E3C-AF2D-39749AE6C610}" type="pres">
      <dgm:prSet presAssocID="{2544FBFC-CBEE-4125-8D59-BA80C26D4F2B}" presName="thickLine" presStyleLbl="alignNode1" presStyleIdx="3" presStyleCnt="4"/>
      <dgm:spPr/>
    </dgm:pt>
    <dgm:pt modelId="{9545FDDC-67F2-4FCA-8D29-077AFAABA00B}" type="pres">
      <dgm:prSet presAssocID="{2544FBFC-CBEE-4125-8D59-BA80C26D4F2B}" presName="horz1" presStyleCnt="0"/>
      <dgm:spPr/>
    </dgm:pt>
    <dgm:pt modelId="{B4E49AFD-0C66-4F7A-96AB-10CA15EE229B}" type="pres">
      <dgm:prSet presAssocID="{2544FBFC-CBEE-4125-8D59-BA80C26D4F2B}" presName="tx1" presStyleLbl="revTx" presStyleIdx="3" presStyleCnt="4"/>
      <dgm:spPr/>
      <dgm:t>
        <a:bodyPr/>
        <a:lstStyle/>
        <a:p>
          <a:endParaRPr lang="pt-BR"/>
        </a:p>
      </dgm:t>
    </dgm:pt>
    <dgm:pt modelId="{15E3E516-D60E-4E04-90B0-90DC21BB6A21}" type="pres">
      <dgm:prSet presAssocID="{2544FBFC-CBEE-4125-8D59-BA80C26D4F2B}" presName="vert1" presStyleCnt="0"/>
      <dgm:spPr/>
    </dgm:pt>
  </dgm:ptLst>
  <dgm:cxnLst>
    <dgm:cxn modelId="{A12F6893-69A7-4EEF-AF7B-07C370A5E688}" srcId="{A50E6637-A57F-4317-B84C-E9FEA38A4E51}" destId="{81552B05-1DAA-43AF-BC85-840D993662C3}" srcOrd="0" destOrd="0" parTransId="{C499BBB6-C96B-403C-B2C9-A735CE5069A8}" sibTransId="{00C976DD-3090-4E27-9B87-26A3FCEB3AE1}"/>
    <dgm:cxn modelId="{B62C7363-C193-4874-80D4-25E40769EDB5}" type="presOf" srcId="{A50E6637-A57F-4317-B84C-E9FEA38A4E51}" destId="{57D3F863-328D-44DB-880F-7E64BB12D463}" srcOrd="0" destOrd="0" presId="urn:microsoft.com/office/officeart/2008/layout/LinedList"/>
    <dgm:cxn modelId="{0F6B8E9F-F22E-4532-B4E0-CE4295A4C9CD}" srcId="{A50E6637-A57F-4317-B84C-E9FEA38A4E51}" destId="{BD1C70EE-6166-4582-8EDE-14C4D589160C}" srcOrd="2" destOrd="0" parTransId="{3ACCDB9E-4212-492A-A7F2-C385C882A6F5}" sibTransId="{B6719507-9245-4BBC-B033-7E5435F559A5}"/>
    <dgm:cxn modelId="{DB7B8045-3603-4248-946C-3C6050829F16}" type="presOf" srcId="{BD1C70EE-6166-4582-8EDE-14C4D589160C}" destId="{8F12DBB0-1A9C-41DB-B3F9-CD67441D1AA2}" srcOrd="0" destOrd="0" presId="urn:microsoft.com/office/officeart/2008/layout/LinedList"/>
    <dgm:cxn modelId="{9D4E1D4C-AD40-4368-B6D0-E60D451FDD52}" type="presOf" srcId="{2544FBFC-CBEE-4125-8D59-BA80C26D4F2B}" destId="{B4E49AFD-0C66-4F7A-96AB-10CA15EE229B}" srcOrd="0" destOrd="0" presId="urn:microsoft.com/office/officeart/2008/layout/LinedList"/>
    <dgm:cxn modelId="{1837DAAB-D093-4392-A909-5737B550CF9C}" type="presOf" srcId="{7E3F2B87-CC76-4CD4-BF21-83F8B4EC68D2}" destId="{0B6D0292-6DCB-45BD-8A62-6C5CF2DFF9BD}" srcOrd="0" destOrd="0" presId="urn:microsoft.com/office/officeart/2008/layout/LinedList"/>
    <dgm:cxn modelId="{BEEA2708-4035-49B0-B4C8-7251A58226CE}" srcId="{A50E6637-A57F-4317-B84C-E9FEA38A4E51}" destId="{2544FBFC-CBEE-4125-8D59-BA80C26D4F2B}" srcOrd="3" destOrd="0" parTransId="{DEB06B02-75D1-4EE1-B83A-D0D0A15556ED}" sibTransId="{224F5FC1-6785-474C-B43A-2DD5EB42553D}"/>
    <dgm:cxn modelId="{D8E1815B-527F-4BC9-B429-FD7BE5111381}" srcId="{A50E6637-A57F-4317-B84C-E9FEA38A4E51}" destId="{7E3F2B87-CC76-4CD4-BF21-83F8B4EC68D2}" srcOrd="1" destOrd="0" parTransId="{F8E557F9-BD89-4458-93D6-DD45310644B2}" sibTransId="{D4FC34EA-6099-45DC-8568-A31EBE7435E3}"/>
    <dgm:cxn modelId="{4E573F63-39F8-4B4B-B6AE-FFB1C6220E03}" type="presOf" srcId="{81552B05-1DAA-43AF-BC85-840D993662C3}" destId="{530DAC2A-0665-47D7-B782-77E3E05D95B7}" srcOrd="0" destOrd="0" presId="urn:microsoft.com/office/officeart/2008/layout/LinedList"/>
    <dgm:cxn modelId="{6E2A5212-EC11-4378-A74C-18D9DCA2B366}" type="presParOf" srcId="{57D3F863-328D-44DB-880F-7E64BB12D463}" destId="{6B6AB71A-7323-4EA9-9E88-46752CDB7B0F}" srcOrd="0" destOrd="0" presId="urn:microsoft.com/office/officeart/2008/layout/LinedList"/>
    <dgm:cxn modelId="{72058C0F-85F5-4C65-A134-242780D73B4A}" type="presParOf" srcId="{57D3F863-328D-44DB-880F-7E64BB12D463}" destId="{B18D0305-3DDF-43A4-8517-23E773B5CFD9}" srcOrd="1" destOrd="0" presId="urn:microsoft.com/office/officeart/2008/layout/LinedList"/>
    <dgm:cxn modelId="{6F55F3E2-BC21-4B60-A6AB-97A10699D9FD}" type="presParOf" srcId="{B18D0305-3DDF-43A4-8517-23E773B5CFD9}" destId="{530DAC2A-0665-47D7-B782-77E3E05D95B7}" srcOrd="0" destOrd="0" presId="urn:microsoft.com/office/officeart/2008/layout/LinedList"/>
    <dgm:cxn modelId="{EBC74052-D47E-49EF-849A-56E2BA3EBB77}" type="presParOf" srcId="{B18D0305-3DDF-43A4-8517-23E773B5CFD9}" destId="{9A34C098-D5C1-4BAC-8D60-A9D9061DF7D5}" srcOrd="1" destOrd="0" presId="urn:microsoft.com/office/officeart/2008/layout/LinedList"/>
    <dgm:cxn modelId="{C7449C48-B0B4-430A-837B-79101AEB8051}" type="presParOf" srcId="{57D3F863-328D-44DB-880F-7E64BB12D463}" destId="{ACB37E24-44A9-4783-A58B-DEE3490CC223}" srcOrd="2" destOrd="0" presId="urn:microsoft.com/office/officeart/2008/layout/LinedList"/>
    <dgm:cxn modelId="{CA2B6473-D79A-4311-AC1D-6F387CF01565}" type="presParOf" srcId="{57D3F863-328D-44DB-880F-7E64BB12D463}" destId="{CA0DC0E5-13EA-4BCD-A06A-C5D2AF247142}" srcOrd="3" destOrd="0" presId="urn:microsoft.com/office/officeart/2008/layout/LinedList"/>
    <dgm:cxn modelId="{54D8086E-B7A6-48F0-A7F0-EAC4C32A5940}" type="presParOf" srcId="{CA0DC0E5-13EA-4BCD-A06A-C5D2AF247142}" destId="{0B6D0292-6DCB-45BD-8A62-6C5CF2DFF9BD}" srcOrd="0" destOrd="0" presId="urn:microsoft.com/office/officeart/2008/layout/LinedList"/>
    <dgm:cxn modelId="{19BD7DE9-1A72-45B2-97D3-F2CE93E88747}" type="presParOf" srcId="{CA0DC0E5-13EA-4BCD-A06A-C5D2AF247142}" destId="{B4A7CE0D-B961-41EE-A041-E70D55B0E6BE}" srcOrd="1" destOrd="0" presId="urn:microsoft.com/office/officeart/2008/layout/LinedList"/>
    <dgm:cxn modelId="{635E95DA-A6E3-4BBD-A2EA-B28EA3EA845D}" type="presParOf" srcId="{57D3F863-328D-44DB-880F-7E64BB12D463}" destId="{27427DBB-46A4-4F6D-A98E-905D3DB4CB19}" srcOrd="4" destOrd="0" presId="urn:microsoft.com/office/officeart/2008/layout/LinedList"/>
    <dgm:cxn modelId="{0E712291-0EB8-4424-88C7-A60027A26CB8}" type="presParOf" srcId="{57D3F863-328D-44DB-880F-7E64BB12D463}" destId="{47B6B1AF-2214-40B8-B49D-638D5E1E7EF8}" srcOrd="5" destOrd="0" presId="urn:microsoft.com/office/officeart/2008/layout/LinedList"/>
    <dgm:cxn modelId="{5B14EC96-9A03-4FC7-B31D-F006D03CF761}" type="presParOf" srcId="{47B6B1AF-2214-40B8-B49D-638D5E1E7EF8}" destId="{8F12DBB0-1A9C-41DB-B3F9-CD67441D1AA2}" srcOrd="0" destOrd="0" presId="urn:microsoft.com/office/officeart/2008/layout/LinedList"/>
    <dgm:cxn modelId="{A8B5CEB2-93DE-4871-891B-B2FC5CD6ECF1}" type="presParOf" srcId="{47B6B1AF-2214-40B8-B49D-638D5E1E7EF8}" destId="{AC7DC0C9-EE8A-45F1-A04C-B42B0EA34359}" srcOrd="1" destOrd="0" presId="urn:microsoft.com/office/officeart/2008/layout/LinedList"/>
    <dgm:cxn modelId="{DD3BA6FC-7690-405A-92B9-CA820BB54E23}" type="presParOf" srcId="{57D3F863-328D-44DB-880F-7E64BB12D463}" destId="{5CC4CF1A-96D9-4E3C-AF2D-39749AE6C610}" srcOrd="6" destOrd="0" presId="urn:microsoft.com/office/officeart/2008/layout/LinedList"/>
    <dgm:cxn modelId="{EC1CAD99-C3E2-4855-8849-0DDB7ECC0024}" type="presParOf" srcId="{57D3F863-328D-44DB-880F-7E64BB12D463}" destId="{9545FDDC-67F2-4FCA-8D29-077AFAABA00B}" srcOrd="7" destOrd="0" presId="urn:microsoft.com/office/officeart/2008/layout/LinedList"/>
    <dgm:cxn modelId="{7C7621DE-68F1-4EFD-9714-E3B99C0F3DF7}" type="presParOf" srcId="{9545FDDC-67F2-4FCA-8D29-077AFAABA00B}" destId="{B4E49AFD-0C66-4F7A-96AB-10CA15EE229B}" srcOrd="0" destOrd="0" presId="urn:microsoft.com/office/officeart/2008/layout/LinedList"/>
    <dgm:cxn modelId="{6E6132CF-68EA-4FA4-A200-FB67F1B3F383}" type="presParOf" srcId="{9545FDDC-67F2-4FCA-8D29-077AFAABA00B}" destId="{15E3E516-D60E-4E04-90B0-90DC21BB6A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24B00-2C41-4677-B3A7-71E75992C607}">
      <dsp:nvSpPr>
        <dsp:cNvPr id="0" name=""/>
        <dsp:cNvSpPr/>
      </dsp:nvSpPr>
      <dsp:spPr>
        <a:xfrm>
          <a:off x="0" y="531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3530D-5330-4FA6-8849-440F57FD2BF5}">
      <dsp:nvSpPr>
        <dsp:cNvPr id="0" name=""/>
        <dsp:cNvSpPr/>
      </dsp:nvSpPr>
      <dsp:spPr>
        <a:xfrm>
          <a:off x="0" y="531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kern="1200"/>
            <a:t>Introdução</a:t>
          </a:r>
          <a:endParaRPr lang="en-US" sz="2900" kern="1200"/>
        </a:p>
      </dsp:txBody>
      <dsp:txXfrm>
        <a:off x="0" y="531"/>
        <a:ext cx="5387501" cy="621467"/>
      </dsp:txXfrm>
    </dsp:sp>
    <dsp:sp modelId="{8CA1071A-D5F3-42D0-90AE-ADAC840AE9E9}">
      <dsp:nvSpPr>
        <dsp:cNvPr id="0" name=""/>
        <dsp:cNvSpPr/>
      </dsp:nvSpPr>
      <dsp:spPr>
        <a:xfrm>
          <a:off x="0" y="621999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815363-A048-42E7-BF46-A6FD32C52ECD}">
      <dsp:nvSpPr>
        <dsp:cNvPr id="0" name=""/>
        <dsp:cNvSpPr/>
      </dsp:nvSpPr>
      <dsp:spPr>
        <a:xfrm>
          <a:off x="0" y="621999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kern="1200"/>
            <a:t>O que são os Pilares</a:t>
          </a:r>
          <a:endParaRPr lang="en-US" sz="2900" kern="1200"/>
        </a:p>
      </dsp:txBody>
      <dsp:txXfrm>
        <a:off x="0" y="621999"/>
        <a:ext cx="5387501" cy="621467"/>
      </dsp:txXfrm>
    </dsp:sp>
    <dsp:sp modelId="{87F43E27-D085-4100-A227-959C1300936C}">
      <dsp:nvSpPr>
        <dsp:cNvPr id="0" name=""/>
        <dsp:cNvSpPr/>
      </dsp:nvSpPr>
      <dsp:spPr>
        <a:xfrm>
          <a:off x="0" y="1243467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B3E41-3F44-4448-BCBD-1E19159C045A}">
      <dsp:nvSpPr>
        <dsp:cNvPr id="0" name=""/>
        <dsp:cNvSpPr/>
      </dsp:nvSpPr>
      <dsp:spPr>
        <a:xfrm>
          <a:off x="0" y="1243467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kern="1200"/>
            <a:t>Decomposição</a:t>
          </a:r>
          <a:endParaRPr lang="en-US" sz="2900" kern="1200"/>
        </a:p>
      </dsp:txBody>
      <dsp:txXfrm>
        <a:off x="0" y="1243467"/>
        <a:ext cx="5387501" cy="621467"/>
      </dsp:txXfrm>
    </dsp:sp>
    <dsp:sp modelId="{312DDA53-163D-491B-B929-18C5E83DAFEE}">
      <dsp:nvSpPr>
        <dsp:cNvPr id="0" name=""/>
        <dsp:cNvSpPr/>
      </dsp:nvSpPr>
      <dsp:spPr>
        <a:xfrm>
          <a:off x="0" y="1864935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8EEEB-6811-4558-8AD6-0D9DFD40CDC8}">
      <dsp:nvSpPr>
        <dsp:cNvPr id="0" name=""/>
        <dsp:cNvSpPr/>
      </dsp:nvSpPr>
      <dsp:spPr>
        <a:xfrm>
          <a:off x="0" y="1864935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kern="1200"/>
            <a:t>Reconhecimento de padrões</a:t>
          </a:r>
          <a:endParaRPr lang="en-US" sz="2900" kern="1200"/>
        </a:p>
      </dsp:txBody>
      <dsp:txXfrm>
        <a:off x="0" y="1864935"/>
        <a:ext cx="5387501" cy="621467"/>
      </dsp:txXfrm>
    </dsp:sp>
    <dsp:sp modelId="{DC1CBA48-C21C-4A97-A1D1-DE5D5550CD9E}">
      <dsp:nvSpPr>
        <dsp:cNvPr id="0" name=""/>
        <dsp:cNvSpPr/>
      </dsp:nvSpPr>
      <dsp:spPr>
        <a:xfrm>
          <a:off x="0" y="2486402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59B91-FBE0-4D4F-8192-0AA531E61943}">
      <dsp:nvSpPr>
        <dsp:cNvPr id="0" name=""/>
        <dsp:cNvSpPr/>
      </dsp:nvSpPr>
      <dsp:spPr>
        <a:xfrm>
          <a:off x="0" y="2486402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kern="1200"/>
            <a:t>Abstração</a:t>
          </a:r>
          <a:endParaRPr lang="en-US" sz="2900" kern="1200"/>
        </a:p>
      </dsp:txBody>
      <dsp:txXfrm>
        <a:off x="0" y="2486402"/>
        <a:ext cx="5387501" cy="621467"/>
      </dsp:txXfrm>
    </dsp:sp>
    <dsp:sp modelId="{234FC316-2311-48F5-800A-70A4AB74D25B}">
      <dsp:nvSpPr>
        <dsp:cNvPr id="0" name=""/>
        <dsp:cNvSpPr/>
      </dsp:nvSpPr>
      <dsp:spPr>
        <a:xfrm>
          <a:off x="0" y="3107870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399BB-E6ED-42BA-8E18-C6206C288D11}">
      <dsp:nvSpPr>
        <dsp:cNvPr id="0" name=""/>
        <dsp:cNvSpPr/>
      </dsp:nvSpPr>
      <dsp:spPr>
        <a:xfrm>
          <a:off x="0" y="3107870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kern="1200"/>
            <a:t>Algoritmo</a:t>
          </a:r>
          <a:endParaRPr lang="en-US" sz="2900" kern="1200"/>
        </a:p>
      </dsp:txBody>
      <dsp:txXfrm>
        <a:off x="0" y="3107870"/>
        <a:ext cx="5387501" cy="621467"/>
      </dsp:txXfrm>
    </dsp:sp>
    <dsp:sp modelId="{25065628-5C35-4281-A35F-5730270ACC55}">
      <dsp:nvSpPr>
        <dsp:cNvPr id="0" name=""/>
        <dsp:cNvSpPr/>
      </dsp:nvSpPr>
      <dsp:spPr>
        <a:xfrm>
          <a:off x="0" y="3729338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6C998-9437-4081-A504-D322ED6376C3}">
      <dsp:nvSpPr>
        <dsp:cNvPr id="0" name=""/>
        <dsp:cNvSpPr/>
      </dsp:nvSpPr>
      <dsp:spPr>
        <a:xfrm>
          <a:off x="0" y="3729338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kern="1200"/>
            <a:t>Conclusão</a:t>
          </a:r>
          <a:endParaRPr lang="en-US" sz="2900" kern="1200"/>
        </a:p>
      </dsp:txBody>
      <dsp:txXfrm>
        <a:off x="0" y="3729338"/>
        <a:ext cx="5387501" cy="6214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F0A35-7351-4B27-9F1C-1A4CEA47567B}">
      <dsp:nvSpPr>
        <dsp:cNvPr id="0" name=""/>
        <dsp:cNvSpPr/>
      </dsp:nvSpPr>
      <dsp:spPr>
        <a:xfrm>
          <a:off x="0" y="3404"/>
          <a:ext cx="105156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E1C49-2B38-47A7-930E-8090A3041EAB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61F6D-7A20-41BC-BFD0-489DA55172CA}">
      <dsp:nvSpPr>
        <dsp:cNvPr id="0" name=""/>
        <dsp:cNvSpPr/>
      </dsp:nvSpPr>
      <dsp:spPr>
        <a:xfrm>
          <a:off x="837512" y="3404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Um algoritmo é uma </a:t>
          </a:r>
          <a:r>
            <a:rPr lang="en-US" sz="1900" b="1" kern="1200"/>
            <a:t>sequência finita, ordenada e não ambígua de passos</a:t>
          </a:r>
          <a:r>
            <a:rPr lang="en-US" sz="1900" kern="1200"/>
            <a:t> que leva à solução de um problema</a:t>
          </a:r>
        </a:p>
      </dsp:txBody>
      <dsp:txXfrm>
        <a:off x="837512" y="3404"/>
        <a:ext cx="9678087" cy="725119"/>
      </dsp:txXfrm>
    </dsp:sp>
    <dsp:sp modelId="{B0813716-DC21-42BC-8B82-93E73FEF4397}">
      <dsp:nvSpPr>
        <dsp:cNvPr id="0" name=""/>
        <dsp:cNvSpPr/>
      </dsp:nvSpPr>
      <dsp:spPr>
        <a:xfrm>
          <a:off x="0" y="909803"/>
          <a:ext cx="105156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EBB23-3696-4CE2-999B-D25D96854098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EA79E-69B0-45E9-A1DE-78D1B3610EEE}">
      <dsp:nvSpPr>
        <dsp:cNvPr id="0" name=""/>
        <dsp:cNvSpPr/>
      </dsp:nvSpPr>
      <dsp:spPr>
        <a:xfrm>
          <a:off x="837512" y="909803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Todo algoritmo deve ter: entrada definida, processamento claro e saída esperada</a:t>
          </a:r>
        </a:p>
      </dsp:txBody>
      <dsp:txXfrm>
        <a:off x="837512" y="909803"/>
        <a:ext cx="9678087" cy="725119"/>
      </dsp:txXfrm>
    </dsp:sp>
    <dsp:sp modelId="{276B3B9A-846E-4435-AE4F-C14093C0067A}">
      <dsp:nvSpPr>
        <dsp:cNvPr id="0" name=""/>
        <dsp:cNvSpPr/>
      </dsp:nvSpPr>
      <dsp:spPr>
        <a:xfrm>
          <a:off x="0" y="1816202"/>
          <a:ext cx="105156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57FF7A-319D-47DC-93A0-D5AD39E07DEE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2BE552-9B99-464B-BCAC-DC2BFF9400C1}">
      <dsp:nvSpPr>
        <dsp:cNvPr id="0" name=""/>
        <dsp:cNvSpPr/>
      </dsp:nvSpPr>
      <dsp:spPr>
        <a:xfrm>
          <a:off x="837512" y="1816202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Pode ser expresso em linguagem natural, fluxograma ou código de programação</a:t>
          </a:r>
        </a:p>
      </dsp:txBody>
      <dsp:txXfrm>
        <a:off x="837512" y="1816202"/>
        <a:ext cx="9678087" cy="725119"/>
      </dsp:txXfrm>
    </dsp:sp>
    <dsp:sp modelId="{E9D25E56-730B-417F-90CB-2F2341C85735}">
      <dsp:nvSpPr>
        <dsp:cNvPr id="0" name=""/>
        <dsp:cNvSpPr/>
      </dsp:nvSpPr>
      <dsp:spPr>
        <a:xfrm>
          <a:off x="0" y="2722601"/>
          <a:ext cx="105156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E7E84E-E3FB-49EE-B624-ECB1E83622A2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6D8B9-2138-4C67-ABF6-7EC3C2EA4A29}">
      <dsp:nvSpPr>
        <dsp:cNvPr id="0" name=""/>
        <dsp:cNvSpPr/>
      </dsp:nvSpPr>
      <dsp:spPr>
        <a:xfrm>
          <a:off x="837512" y="2722601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/>
            <a:t>Exemplo prático:</a:t>
          </a:r>
          <a:r>
            <a:rPr lang="en-US" sz="1900" kern="1200"/>
            <a:t> Uma receita de bolo é um algoritmo — lista ingredientes (entrada), descreve o preparo (processamento) e resulta no bolo (saída)</a:t>
          </a:r>
        </a:p>
      </dsp:txBody>
      <dsp:txXfrm>
        <a:off x="837512" y="2722601"/>
        <a:ext cx="9678087" cy="725119"/>
      </dsp:txXfrm>
    </dsp:sp>
    <dsp:sp modelId="{E1519FB0-C38C-4C04-ACCA-D4A3A213432B}">
      <dsp:nvSpPr>
        <dsp:cNvPr id="0" name=""/>
        <dsp:cNvSpPr/>
      </dsp:nvSpPr>
      <dsp:spPr>
        <a:xfrm>
          <a:off x="0" y="3629000"/>
          <a:ext cx="105156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E06D1E-317E-48B6-B512-B589598C21FE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126F7-A6C8-4730-A118-0366EDA2106E}">
      <dsp:nvSpPr>
        <dsp:cNvPr id="0" name=""/>
        <dsp:cNvSpPr/>
      </dsp:nvSpPr>
      <dsp:spPr>
        <a:xfrm>
          <a:off x="837512" y="3629000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A eficiência de um algoritmo é medida pelo tempo de execução e pelo uso de memória (complexidade computacional)</a:t>
          </a:r>
        </a:p>
      </dsp:txBody>
      <dsp:txXfrm>
        <a:off x="837512" y="3629000"/>
        <a:ext cx="9678087" cy="7251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6AB71A-7323-4EA9-9E88-46752CDB7B0F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DAC2A-0665-47D7-B782-77E3E05D95B7}">
      <dsp:nvSpPr>
        <dsp:cNvPr id="0" name=""/>
        <dsp:cNvSpPr/>
      </dsp:nvSpPr>
      <dsp:spPr>
        <a:xfrm>
          <a:off x="0" y="0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300" kern="1200" dirty="0"/>
            <a:t>WING, </a:t>
          </a:r>
          <a:r>
            <a:rPr lang="pt-BR" sz="2300" kern="1200" dirty="0" err="1"/>
            <a:t>Jeannette</a:t>
          </a:r>
          <a:r>
            <a:rPr lang="pt-BR" sz="2300" kern="1200" dirty="0"/>
            <a:t> M. </a:t>
          </a:r>
          <a:r>
            <a:rPr lang="pt-BR" sz="2300" b="1" kern="1200" dirty="0" err="1"/>
            <a:t>Computational</a:t>
          </a:r>
          <a:r>
            <a:rPr lang="pt-BR" sz="2300" b="1" kern="1200" dirty="0"/>
            <a:t> </a:t>
          </a:r>
          <a:r>
            <a:rPr lang="pt-BR" sz="2300" b="1" kern="1200" dirty="0" err="1"/>
            <a:t>thinking</a:t>
          </a:r>
          <a:r>
            <a:rPr lang="pt-BR" sz="2300" kern="1200" dirty="0"/>
            <a:t>. </a:t>
          </a:r>
          <a:r>
            <a:rPr lang="pt-BR" sz="2300" i="1" kern="1200" dirty="0"/>
            <a:t>Communications </a:t>
          </a:r>
          <a:r>
            <a:rPr lang="pt-BR" sz="2300" i="1" kern="1200" dirty="0" err="1"/>
            <a:t>of</a:t>
          </a:r>
          <a:r>
            <a:rPr lang="pt-BR" sz="2300" i="1" kern="1200" dirty="0"/>
            <a:t> </a:t>
          </a:r>
          <a:r>
            <a:rPr lang="pt-BR" sz="2300" i="1" kern="1200" dirty="0" err="1"/>
            <a:t>the</a:t>
          </a:r>
          <a:r>
            <a:rPr lang="pt-BR" sz="2300" i="1" kern="1200" dirty="0"/>
            <a:t> ACM</a:t>
          </a:r>
          <a:r>
            <a:rPr lang="pt-BR" sz="2300" kern="1200" dirty="0"/>
            <a:t>, New York, v. 49, n. 3, p. 33–35, 2006.</a:t>
          </a:r>
          <a:endParaRPr lang="en-US" sz="2300" kern="1200" dirty="0"/>
        </a:p>
      </dsp:txBody>
      <dsp:txXfrm>
        <a:off x="0" y="0"/>
        <a:ext cx="10515600" cy="1088136"/>
      </dsp:txXfrm>
    </dsp:sp>
    <dsp:sp modelId="{ACB37E24-44A9-4783-A58B-DEE3490CC223}">
      <dsp:nvSpPr>
        <dsp:cNvPr id="0" name=""/>
        <dsp:cNvSpPr/>
      </dsp:nvSpPr>
      <dsp:spPr>
        <a:xfrm>
          <a:off x="0" y="1088136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D0292-6DCB-45BD-8A62-6C5CF2DFF9BD}">
      <dsp:nvSpPr>
        <dsp:cNvPr id="0" name=""/>
        <dsp:cNvSpPr/>
      </dsp:nvSpPr>
      <dsp:spPr>
        <a:xfrm>
          <a:off x="0" y="1088136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300" kern="1200" dirty="0"/>
            <a:t>BRACKMANN, Christian </a:t>
          </a:r>
          <a:r>
            <a:rPr lang="pt-BR" sz="2300" kern="1200" dirty="0" err="1"/>
            <a:t>Puhlmann</a:t>
          </a:r>
          <a:r>
            <a:rPr lang="pt-BR" sz="2300" kern="1200" dirty="0"/>
            <a:t>. </a:t>
          </a:r>
          <a:r>
            <a:rPr lang="pt-BR" sz="2300" b="1" i="1" kern="1200" dirty="0"/>
            <a:t>Desenvolvimento do pensamento computacional através de atividades </a:t>
          </a:r>
          <a:r>
            <a:rPr lang="pt-BR" sz="2300" b="1" i="1" kern="1200" dirty="0" err="1"/>
            <a:t>desplugadas</a:t>
          </a:r>
          <a:r>
            <a:rPr lang="pt-BR" sz="2300" kern="1200" dirty="0"/>
            <a:t>. 2017. Tese (Doutorado) – Universidade Federal do Rio Grande do Sul, Porto Alegre, 2017.</a:t>
          </a:r>
          <a:endParaRPr lang="en-US" sz="2300" kern="1200" dirty="0"/>
        </a:p>
      </dsp:txBody>
      <dsp:txXfrm>
        <a:off x="0" y="1088136"/>
        <a:ext cx="10515600" cy="1088136"/>
      </dsp:txXfrm>
    </dsp:sp>
    <dsp:sp modelId="{27427DBB-46A4-4F6D-A98E-905D3DB4CB19}">
      <dsp:nvSpPr>
        <dsp:cNvPr id="0" name=""/>
        <dsp:cNvSpPr/>
      </dsp:nvSpPr>
      <dsp:spPr>
        <a:xfrm>
          <a:off x="0" y="2176272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2DBB0-1A9C-41DB-B3F9-CD67441D1AA2}">
      <dsp:nvSpPr>
        <dsp:cNvPr id="0" name=""/>
        <dsp:cNvSpPr/>
      </dsp:nvSpPr>
      <dsp:spPr>
        <a:xfrm>
          <a:off x="0" y="2176272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300" kern="1200" dirty="0"/>
            <a:t>BLIKSTEIN, Paulo. </a:t>
          </a:r>
          <a:r>
            <a:rPr lang="pt-BR" sz="2300" b="1" kern="1200" dirty="0"/>
            <a:t>O pensamento computacional e a educação</a:t>
          </a:r>
          <a:r>
            <a:rPr lang="pt-BR" sz="2300" kern="1200" dirty="0"/>
            <a:t>. Disponível em:</a:t>
          </a:r>
          <a:r>
            <a:rPr lang="pt-BR" sz="2300" u="none" kern="1200" dirty="0"/>
            <a:t> https://www.scielo.br</a:t>
          </a:r>
          <a:r>
            <a:rPr lang="pt-BR" sz="2300" kern="1200" dirty="0"/>
            <a:t>. Acesso em: 21 abr. 2026.</a:t>
          </a:r>
          <a:endParaRPr lang="en-US" sz="2300" kern="1200" dirty="0"/>
        </a:p>
      </dsp:txBody>
      <dsp:txXfrm>
        <a:off x="0" y="2176272"/>
        <a:ext cx="10515600" cy="1088136"/>
      </dsp:txXfrm>
    </dsp:sp>
    <dsp:sp modelId="{5CC4CF1A-96D9-4E3C-AF2D-39749AE6C610}">
      <dsp:nvSpPr>
        <dsp:cNvPr id="0" name=""/>
        <dsp:cNvSpPr/>
      </dsp:nvSpPr>
      <dsp:spPr>
        <a:xfrm>
          <a:off x="0" y="3264408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49AFD-0C66-4F7A-96AB-10CA15EE229B}">
      <dsp:nvSpPr>
        <dsp:cNvPr id="0" name=""/>
        <dsp:cNvSpPr/>
      </dsp:nvSpPr>
      <dsp:spPr>
        <a:xfrm>
          <a:off x="0" y="3264408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300" kern="1200" dirty="0"/>
            <a:t>BRASIL. Ministério da Educação. </a:t>
          </a:r>
          <a:r>
            <a:rPr lang="pt-BR" sz="2300" b="1" kern="1200" dirty="0"/>
            <a:t>Base Nacional Comum Curricular (BNCC)</a:t>
          </a:r>
          <a:r>
            <a:rPr lang="pt-BR" sz="2300" kern="1200" dirty="0"/>
            <a:t>. Brasília: MEC, 2018. Disponível em: </a:t>
          </a:r>
          <a:r>
            <a:rPr lang="pt-BR" sz="2300" u="none" kern="1200" dirty="0"/>
            <a:t>http://basenacionalcomum.mec.gov.br/</a:t>
          </a:r>
          <a:r>
            <a:rPr lang="pt-BR" sz="2300" kern="1200" dirty="0"/>
            <a:t>. Acesso em: 21 abr. 2026.</a:t>
          </a:r>
          <a:endParaRPr lang="en-US" sz="2300" kern="1200" dirty="0"/>
        </a:p>
      </dsp:txBody>
      <dsp:txXfrm>
        <a:off x="0" y="3264408"/>
        <a:ext cx="10515600" cy="10881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AE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thonymuraro@gmail.com" TargetMode="External"/><Relationship Id="rId2" Type="http://schemas.openxmlformats.org/officeDocument/2006/relationships/hyperlink" Target="mailto:calebebarros108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9651FA3-B4A1-4E98-9B71-4CF8208779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728" y="963452"/>
            <a:ext cx="6207363" cy="18004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4 Pilares da </a:t>
            </a:r>
            <a:r>
              <a:rPr lang="en-US" dirty="0" err="1"/>
              <a:t>Computação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465" y="2933236"/>
            <a:ext cx="5334931" cy="10738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Anthony </a:t>
            </a:r>
            <a:r>
              <a:rPr lang="en-US" dirty="0" err="1" smtClean="0"/>
              <a:t>Muraro</a:t>
            </a:r>
            <a:endParaRPr lang="en-US" dirty="0" smtClean="0"/>
          </a:p>
          <a:p>
            <a:r>
              <a:rPr lang="en-US" dirty="0" err="1" smtClean="0"/>
              <a:t>Calebe</a:t>
            </a:r>
            <a:r>
              <a:rPr lang="en-US" dirty="0" smtClean="0"/>
              <a:t> </a:t>
            </a:r>
            <a:r>
              <a:rPr lang="en-US" dirty="0"/>
              <a:t>Barros </a:t>
            </a:r>
            <a:r>
              <a:rPr lang="en-US" dirty="0" err="1"/>
              <a:t>Ramalho</a:t>
            </a:r>
            <a:r>
              <a:rPr lang="en-US" dirty="0"/>
              <a:t> Da </a:t>
            </a:r>
            <a:r>
              <a:rPr lang="en-US" dirty="0" smtClean="0"/>
              <a:t>Silva</a:t>
            </a: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03994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 descr="Revista Educação | Como as ferramentas digitais podem introduzir novas  formas de pensar a educação - Revista Educação">
            <a:extLst>
              <a:ext uri="{FF2B5EF4-FFF2-40B4-BE49-F238E27FC236}">
                <a16:creationId xmlns:a16="http://schemas.microsoft.com/office/drawing/2014/main" id="{36F8865B-7D13-AEE8-BBF2-F36F32CA5D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26" r="6236"/>
          <a:stretch>
            <a:fillRect/>
          </a:stretch>
        </p:blipFill>
        <p:spPr>
          <a:xfrm>
            <a:off x="6595884" y="57974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37E6B-547F-B92F-ED21-3DE29C46996D}"/>
              </a:ext>
            </a:extLst>
          </p:cNvPr>
          <p:cNvSpPr txBox="1"/>
          <p:nvPr/>
        </p:nvSpPr>
        <p:spPr>
          <a:xfrm>
            <a:off x="1092709" y="6020182"/>
            <a:ext cx="4431969" cy="526735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GB" sz="2400" dirty="0" smtClean="0">
                <a:solidFill>
                  <a:srgbClr val="FFFFFF"/>
                </a:solidFill>
              </a:rPr>
              <a:t>21/04/2026</a:t>
            </a:r>
            <a:endParaRPr lang="en-GB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29313-F761-DEC2-3F42-5AE07ED7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n-GB" b="1">
                <a:latin typeface="Arial"/>
                <a:cs typeface="Arial"/>
              </a:rPr>
              <a:t>Agenda: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7C2847-C086-F91A-6758-5955DCF17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6" r="25083" b="-3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9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4D87025-6570-C950-872B-7A117F5DD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577153"/>
              </p:ext>
            </p:extLst>
          </p:nvPr>
        </p:nvGraphicFramePr>
        <p:xfrm>
          <a:off x="838200" y="1825625"/>
          <a:ext cx="538750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7361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BB999-FC3F-1A41-5C70-A01C4B6B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Introdução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076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9304AF-484D-DBCB-F49D-8F4BB6A8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n-GB" b="1" i="1" err="1"/>
              <a:t>Introdução</a:t>
            </a:r>
            <a:r>
              <a:rPr lang="en-GB" b="1" i="1"/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B4919-5023-18D8-9F3C-B2DFDEDBF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7502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latin typeface="Inter"/>
              </a:rPr>
              <a:t>O </a:t>
            </a:r>
            <a:r>
              <a:rPr lang="en-US" sz="2200" b="1">
                <a:ea typeface="+mn-lt"/>
                <a:cs typeface="+mn-lt"/>
              </a:rPr>
              <a:t>Pensamento Computacional</a:t>
            </a:r>
            <a:r>
              <a:rPr lang="en-US" sz="2200">
                <a:latin typeface="Inter"/>
              </a:rPr>
              <a:t> é uma abordagem para resolução de problemas que utiliza conceitos e métodos da Ciência da Computação.</a:t>
            </a:r>
            <a:endParaRPr lang="en-US" sz="2200"/>
          </a:p>
          <a:p>
            <a:pPr marL="127000" indent="-127000">
              <a:spcBef>
                <a:spcPts val="0"/>
              </a:spcBef>
            </a:pPr>
            <a:r>
              <a:rPr lang="en-US" sz="2200">
                <a:latin typeface="Inter"/>
              </a:rPr>
              <a:t>Desenvolvido por Jeannette Wing em 2006, tornou-se uma competência essencial para o século XXI.</a:t>
            </a:r>
          </a:p>
          <a:p>
            <a:pPr marL="127000" indent="-127000">
              <a:spcBef>
                <a:spcPts val="0"/>
              </a:spcBef>
            </a:pPr>
            <a:r>
              <a:rPr lang="en-US" sz="2200">
                <a:latin typeface="Inter"/>
              </a:rPr>
              <a:t>Não se limita à programação: aplica-se a qualquer área do conhecimento, desde matemática até medicina.</a:t>
            </a:r>
          </a:p>
          <a:p>
            <a:pPr marL="127000" indent="-127000">
              <a:spcBef>
                <a:spcPts val="0"/>
              </a:spcBef>
            </a:pPr>
            <a:r>
              <a:rPr lang="en-US" sz="2200">
                <a:latin typeface="Inter"/>
              </a:rPr>
              <a:t>A base do pensamento computacional está nos </a:t>
            </a:r>
            <a:r>
              <a:rPr lang="en-US" sz="2200" b="1">
                <a:latin typeface="Arial"/>
                <a:cs typeface="Arial"/>
              </a:rPr>
              <a:t>4 Pilares</a:t>
            </a:r>
            <a:r>
              <a:rPr lang="en-US" sz="2200">
                <a:latin typeface="Inter"/>
              </a:rPr>
              <a:t>: Decomposição, Reconhecimento de Padrões, Abstração e Algoritmo.</a:t>
            </a:r>
          </a:p>
          <a:p>
            <a:pPr marL="0" indent="0">
              <a:buNone/>
            </a:pPr>
            <a:endParaRPr lang="en-US" sz="2200">
              <a:latin typeface="Inter"/>
            </a:endParaRPr>
          </a:p>
          <a:p>
            <a:pPr marL="0" indent="0">
              <a:buNone/>
            </a:pPr>
            <a:endParaRPr lang="en-GB" sz="2200"/>
          </a:p>
        </p:txBody>
      </p:sp>
      <p:pic>
        <p:nvPicPr>
          <p:cNvPr id="4" name="Picture 3" descr="Pilares do Pensamento Computacional">
            <a:extLst>
              <a:ext uri="{FF2B5EF4-FFF2-40B4-BE49-F238E27FC236}">
                <a16:creationId xmlns:a16="http://schemas.microsoft.com/office/drawing/2014/main" id="{7C8F6309-BBB7-13DD-4931-E9D54BF9FD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" r="2" b="2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8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5853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C817D-C28A-C650-B076-48C57D78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são os Pilares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050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F916-4B8B-D059-F7A4-D9358965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57" y="398255"/>
            <a:ext cx="4784035" cy="1292433"/>
          </a:xfrm>
        </p:spPr>
        <p:txBody>
          <a:bodyPr/>
          <a:lstStyle/>
          <a:p>
            <a:r>
              <a:rPr lang="en-GB" dirty="0"/>
              <a:t>O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são</a:t>
            </a:r>
            <a:r>
              <a:rPr lang="en-GB" dirty="0"/>
              <a:t> </a:t>
            </a:r>
            <a:r>
              <a:rPr lang="en-GB" dirty="0" err="1"/>
              <a:t>os</a:t>
            </a:r>
            <a:r>
              <a:rPr lang="en-GB" dirty="0"/>
              <a:t> Pilares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7DF4071F-0CFA-5BA2-A281-365870504982}"/>
              </a:ext>
            </a:extLst>
          </p:cNvPr>
          <p:cNvSpPr/>
          <p:nvPr/>
        </p:nvSpPr>
        <p:spPr>
          <a:xfrm>
            <a:off x="298521" y="1830543"/>
            <a:ext cx="5417515" cy="4631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Os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4 Pilares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são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habilidades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cognitivas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que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, juntas,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permitem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decompor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e resolver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problemas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complexos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de forma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sistemática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e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eficiente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.</a:t>
            </a: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r>
              <a:rPr lang="en-US" dirty="0">
                <a:solidFill>
                  <a:srgbClr val="333333"/>
                </a:solidFill>
                <a:latin typeface="Inter"/>
              </a:rPr>
              <a:t>Cada pilar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representa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uma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etapa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ou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perspectiva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distinta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no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processo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de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resolução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de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problemas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.</a:t>
            </a:r>
            <a:endParaRPr lang="en-US" dirty="0">
              <a:solidFill>
                <a:srgbClr val="000000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endParaRPr lang="en-US" dirty="0">
              <a:solidFill>
                <a:srgbClr val="333333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r>
              <a:rPr lang="en-US" dirty="0">
                <a:solidFill>
                  <a:srgbClr val="333333"/>
                </a:solidFill>
                <a:latin typeface="Inter"/>
              </a:rPr>
              <a:t>São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interdependentes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: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aplicados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em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conjunto,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potencializam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a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capacidade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analítica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e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criativa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do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indivíduo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.</a:t>
            </a:r>
            <a:endParaRPr lang="en-US" dirty="0">
              <a:solidFill>
                <a:srgbClr val="000000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endParaRPr lang="en-US" dirty="0">
              <a:solidFill>
                <a:srgbClr val="333333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r>
              <a:rPr lang="en-US" dirty="0" err="1">
                <a:solidFill>
                  <a:srgbClr val="333333"/>
                </a:solidFill>
                <a:latin typeface="Inter"/>
              </a:rPr>
              <a:t>Utilizados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tanto no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desenvolvimento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de software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quanto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em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decisões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do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cotidiano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.</a:t>
            </a:r>
            <a:endParaRPr lang="en-US" dirty="0">
              <a:solidFill>
                <a:srgbClr val="000000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endParaRPr lang="en-US" dirty="0">
              <a:solidFill>
                <a:srgbClr val="333333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Char char="•"/>
            </a:pPr>
            <a:endParaRPr lang="en-US" dirty="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8AFFB7C-83F2-8986-CF31-256500BFF390}"/>
              </a:ext>
            </a:extLst>
          </p:cNvPr>
          <p:cNvSpPr/>
          <p:nvPr/>
        </p:nvSpPr>
        <p:spPr>
          <a:xfrm>
            <a:off x="-2462350" y="6977770"/>
            <a:ext cx="4633429" cy="31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buSzPct val="100000"/>
            </a:pPr>
            <a:endParaRPr lang="en-US" dirty="0">
              <a:solidFill>
                <a:srgbClr val="333333"/>
              </a:solidFill>
              <a:latin typeface="Inter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044489D-B447-3CF9-A18B-0589D0584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084532"/>
              </p:ext>
            </p:extLst>
          </p:nvPr>
        </p:nvGraphicFramePr>
        <p:xfrm>
          <a:off x="5731565" y="408608"/>
          <a:ext cx="6140639" cy="604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782">
                  <a:extLst>
                    <a:ext uri="{9D8B030D-6E8A-4147-A177-3AD203B41FA5}">
                      <a16:colId xmlns:a16="http://schemas.microsoft.com/office/drawing/2014/main" val="2231430577"/>
                    </a:ext>
                  </a:extLst>
                </a:gridCol>
                <a:gridCol w="3655857">
                  <a:extLst>
                    <a:ext uri="{9D8B030D-6E8A-4147-A177-3AD203B41FA5}">
                      <a16:colId xmlns:a16="http://schemas.microsoft.com/office/drawing/2014/main" val="2900294015"/>
                    </a:ext>
                  </a:extLst>
                </a:gridCol>
              </a:tblGrid>
              <a:tr h="1138942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lvl="0" algn="ctr">
                        <a:buNone/>
                      </a:pPr>
                      <a:r>
                        <a:rPr lang="en-GB" sz="2400"/>
                        <a:t>Pilar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US" sz="2400" b="1" i="0" u="none" strike="noStrike" noProof="0" dirty="0" err="1">
                          <a:solidFill>
                            <a:schemeClr val="bg1"/>
                          </a:solidFill>
                          <a:latin typeface="Inter SemiBold"/>
                        </a:rPr>
                        <a:t>Definição</a:t>
                      </a:r>
                      <a:r>
                        <a:rPr lang="en-US" sz="2000" b="1" i="0" u="none" strike="noStrike" noProof="0" dirty="0">
                          <a:solidFill>
                            <a:schemeClr val="bg1"/>
                          </a:solidFill>
                          <a:latin typeface="Inter SemiBold"/>
                        </a:rPr>
                        <a:t> </a:t>
                      </a:r>
                      <a:r>
                        <a:rPr lang="en-US" sz="2400" b="1" i="0" u="none" strike="noStrike" noProof="0" dirty="0" err="1">
                          <a:solidFill>
                            <a:schemeClr val="bg1"/>
                          </a:solidFill>
                          <a:latin typeface="Inter SemiBold"/>
                        </a:rPr>
                        <a:t>Resumida</a:t>
                      </a:r>
                      <a:endParaRPr lang="en-GB" sz="2400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295089"/>
                  </a:ext>
                </a:extLst>
              </a:tr>
              <a:tr h="1124881"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GB" dirty="0"/>
                        <a:t> </a:t>
                      </a:r>
                      <a:r>
                        <a:rPr lang="en-GB" sz="2000" b="1" dirty="0" err="1"/>
                        <a:t>Decomposição</a:t>
                      </a:r>
                      <a:endParaRPr lang="en-GB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noProof="0" dirty="0">
                        <a:solidFill>
                          <a:srgbClr val="333333"/>
                        </a:solidFill>
                        <a:latin typeface="Inter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Dividir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o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problema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em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partes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menores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.</a:t>
                      </a:r>
                      <a:endParaRPr lang="en-US" sz="160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289173"/>
                  </a:ext>
                </a:extLst>
              </a:tr>
              <a:tr h="1532655"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GB" sz="2000" b="1" dirty="0" err="1"/>
                        <a:t>Reconhecimento</a:t>
                      </a:r>
                      <a:r>
                        <a:rPr lang="en-GB" sz="2000" b="1" dirty="0"/>
                        <a:t> de </a:t>
                      </a:r>
                      <a:r>
                        <a:rPr lang="en-GB" sz="2000" b="1" dirty="0" err="1"/>
                        <a:t>Padrões</a:t>
                      </a:r>
                      <a:endParaRPr lang="en-GB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Identificar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similaridades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e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repetições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.</a:t>
                      </a:r>
                      <a:endParaRPr lang="en-GB" sz="1600" b="0" i="0" u="none" strike="noStrike" noProof="0" dirty="0" err="1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870448"/>
                  </a:ext>
                </a:extLst>
              </a:tr>
              <a:tr h="1124881"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GB" sz="2000" b="1" dirty="0" err="1"/>
                        <a:t>Abstração</a:t>
                      </a:r>
                      <a:endParaRPr lang="en-GB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Focar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no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essencial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,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ignorar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o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irrelevante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.</a:t>
                      </a:r>
                      <a:endParaRPr lang="en-GB" sz="1600" b="0" i="0" u="none" strike="noStrike" noProof="0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903907"/>
                  </a:ext>
                </a:extLst>
              </a:tr>
              <a:tr h="1124881"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GB" sz="2000" b="1" dirty="0" err="1"/>
                        <a:t>Algoritmo</a:t>
                      </a:r>
                      <a:endParaRPr lang="en-GB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Definir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passos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ordenados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para a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solução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.</a:t>
                      </a:r>
                      <a:endParaRPr lang="en-GB" sz="160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421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66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E0C76-CB6F-BC53-25DB-18524491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Decomposição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62422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27510-291C-5A2F-4973-845D01D5E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t-BR" sz="4800">
                <a:latin typeface="Aptos"/>
              </a:rPr>
              <a:t>Decomposição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51889-54E8-20E0-A3C6-439BD07A4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21068"/>
            <a:ext cx="9952864" cy="36211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27000" indent="-127000">
              <a:spcBef>
                <a:spcPts val="0"/>
              </a:spcBef>
              <a:spcAft>
                <a:spcPts val="600"/>
              </a:spcAft>
            </a:pPr>
            <a:r>
              <a:rPr lang="en-US" sz="2200" dirty="0" err="1">
                <a:latin typeface="Inter"/>
              </a:rPr>
              <a:t>Consiste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em</a:t>
            </a:r>
            <a:r>
              <a:rPr lang="en-US" sz="2200" dirty="0">
                <a:latin typeface="Inter"/>
              </a:rPr>
              <a:t> </a:t>
            </a:r>
            <a:r>
              <a:rPr lang="en-US" sz="2200" b="1" dirty="0" err="1">
                <a:latin typeface="Arial"/>
                <a:cs typeface="Arial"/>
              </a:rPr>
              <a:t>dividir</a:t>
            </a:r>
            <a:r>
              <a:rPr lang="en-US" sz="2200" b="1" dirty="0">
                <a:latin typeface="Arial"/>
                <a:cs typeface="Arial"/>
              </a:rPr>
              <a:t> um </a:t>
            </a:r>
            <a:r>
              <a:rPr lang="en-US" sz="2200" b="1" dirty="0" err="1">
                <a:latin typeface="Arial"/>
                <a:cs typeface="Arial"/>
              </a:rPr>
              <a:t>problema</a:t>
            </a:r>
            <a:r>
              <a:rPr lang="en-US" sz="2200" b="1" dirty="0">
                <a:latin typeface="Arial"/>
                <a:cs typeface="Arial"/>
              </a:rPr>
              <a:t> </a:t>
            </a:r>
            <a:r>
              <a:rPr lang="en-US" sz="2200" b="1" dirty="0" err="1">
                <a:latin typeface="Arial"/>
                <a:cs typeface="Arial"/>
              </a:rPr>
              <a:t>complexo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em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subproblemas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menores</a:t>
            </a:r>
            <a:r>
              <a:rPr lang="en-US" sz="2200" dirty="0">
                <a:latin typeface="Inter"/>
              </a:rPr>
              <a:t>.</a:t>
            </a:r>
          </a:p>
          <a:p>
            <a:pPr marL="127000" indent="-1270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200" dirty="0">
                <a:latin typeface="Inter"/>
              </a:rPr>
              <a:t>Cada </a:t>
            </a:r>
            <a:r>
              <a:rPr lang="en-US" sz="2200" dirty="0" err="1">
                <a:latin typeface="Inter"/>
              </a:rPr>
              <a:t>subproblema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pode</a:t>
            </a:r>
            <a:r>
              <a:rPr lang="en-US" sz="2200" dirty="0">
                <a:latin typeface="Inter"/>
              </a:rPr>
              <a:t> ser </a:t>
            </a:r>
            <a:r>
              <a:rPr lang="en-US" sz="2200" dirty="0" err="1">
                <a:latin typeface="Inter"/>
              </a:rPr>
              <a:t>resolvido</a:t>
            </a:r>
            <a:r>
              <a:rPr lang="en-US" sz="2200" dirty="0">
                <a:latin typeface="Inter"/>
              </a:rPr>
              <a:t> de forma </a:t>
            </a:r>
            <a:r>
              <a:rPr lang="en-US" sz="2200" dirty="0" err="1">
                <a:latin typeface="Inter"/>
              </a:rPr>
              <a:t>independente</a:t>
            </a:r>
            <a:r>
              <a:rPr lang="en-US" sz="2200" dirty="0">
                <a:latin typeface="Inter"/>
              </a:rPr>
              <a:t> e </a:t>
            </a:r>
            <a:r>
              <a:rPr lang="en-US" sz="2200" dirty="0" err="1">
                <a:latin typeface="Inter"/>
              </a:rPr>
              <a:t>depois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integrado</a:t>
            </a:r>
            <a:r>
              <a:rPr lang="en-US" sz="2200" dirty="0">
                <a:latin typeface="Inter"/>
              </a:rPr>
              <a:t>.</a:t>
            </a:r>
          </a:p>
          <a:p>
            <a:pPr marL="127000" indent="-1270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200" dirty="0" err="1">
                <a:latin typeface="Inter"/>
              </a:rPr>
              <a:t>Facilita</a:t>
            </a:r>
            <a:r>
              <a:rPr lang="en-US" sz="2200" dirty="0">
                <a:latin typeface="Inter"/>
              </a:rPr>
              <a:t> a </a:t>
            </a:r>
            <a:r>
              <a:rPr lang="en-US" sz="2200" dirty="0" err="1">
                <a:latin typeface="Inter"/>
              </a:rPr>
              <a:t>colaboração</a:t>
            </a:r>
            <a:r>
              <a:rPr lang="en-US" sz="2200" dirty="0">
                <a:latin typeface="Inter"/>
              </a:rPr>
              <a:t>: </a:t>
            </a:r>
            <a:r>
              <a:rPr lang="en-US" sz="2200" dirty="0" err="1">
                <a:latin typeface="Inter"/>
              </a:rPr>
              <a:t>cada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membro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trabalha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em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uma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parte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específica</a:t>
            </a:r>
            <a:r>
              <a:rPr lang="en-US" sz="2200" dirty="0">
                <a:latin typeface="Inter"/>
              </a:rPr>
              <a:t>.</a:t>
            </a:r>
          </a:p>
          <a:p>
            <a:pPr marL="127000" indent="-1270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200" dirty="0" err="1">
                <a:latin typeface="Inter"/>
              </a:rPr>
              <a:t>Facilita</a:t>
            </a:r>
            <a:r>
              <a:rPr lang="en-US" sz="2200" dirty="0">
                <a:latin typeface="Inter"/>
              </a:rPr>
              <a:t> a </a:t>
            </a:r>
            <a:r>
              <a:rPr lang="en-US" sz="2200" dirty="0" err="1">
                <a:latin typeface="Inter"/>
              </a:rPr>
              <a:t>colaboração</a:t>
            </a:r>
            <a:r>
              <a:rPr lang="en-US" sz="2200" dirty="0">
                <a:latin typeface="Inter"/>
              </a:rPr>
              <a:t>: </a:t>
            </a:r>
            <a:r>
              <a:rPr lang="en-US" sz="2200" dirty="0" err="1">
                <a:latin typeface="Inter"/>
              </a:rPr>
              <a:t>cada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membro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trabalha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em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uma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parte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específica</a:t>
            </a:r>
            <a:r>
              <a:rPr lang="en-US" sz="2200" dirty="0">
                <a:latin typeface="Inter"/>
              </a:rPr>
              <a:t>.</a:t>
            </a:r>
          </a:p>
          <a:p>
            <a:pPr marL="127000" indent="-1270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200" b="1" dirty="0" err="1">
                <a:latin typeface="Arial"/>
                <a:cs typeface="Arial"/>
              </a:rPr>
              <a:t>Exemplo</a:t>
            </a:r>
            <a:r>
              <a:rPr lang="en-US" sz="2200" b="1" dirty="0">
                <a:latin typeface="Arial"/>
                <a:cs typeface="Arial"/>
              </a:rPr>
              <a:t> </a:t>
            </a:r>
            <a:r>
              <a:rPr lang="en-US" sz="2200" b="1" dirty="0" err="1">
                <a:latin typeface="Arial"/>
                <a:cs typeface="Arial"/>
              </a:rPr>
              <a:t>prático</a:t>
            </a:r>
            <a:r>
              <a:rPr lang="en-US" sz="2200" b="1" dirty="0">
                <a:latin typeface="Arial"/>
                <a:cs typeface="Arial"/>
              </a:rPr>
              <a:t>: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Desenvolver</a:t>
            </a:r>
            <a:r>
              <a:rPr lang="en-US" sz="2200" dirty="0">
                <a:latin typeface="Inter"/>
              </a:rPr>
              <a:t> um app </a:t>
            </a:r>
            <a:r>
              <a:rPr lang="en-US" sz="2200" dirty="0" err="1">
                <a:latin typeface="Inter"/>
              </a:rPr>
              <a:t>em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módulos</a:t>
            </a:r>
            <a:r>
              <a:rPr lang="en-US" sz="2200" dirty="0">
                <a:latin typeface="Inter"/>
              </a:rPr>
              <a:t>: interface, dados e </a:t>
            </a:r>
            <a:r>
              <a:rPr lang="en-US" sz="2200" dirty="0" err="1">
                <a:latin typeface="Inter"/>
              </a:rPr>
              <a:t>autenticação</a:t>
            </a:r>
            <a:r>
              <a:rPr lang="en-US" sz="2200" dirty="0">
                <a:latin typeface="Inter"/>
              </a:rPr>
              <a:t>.</a:t>
            </a:r>
          </a:p>
          <a:p>
            <a:pPr marL="127000" indent="-1270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200" dirty="0" err="1">
                <a:latin typeface="Inter"/>
              </a:rPr>
              <a:t>Reduz</a:t>
            </a:r>
            <a:r>
              <a:rPr lang="en-US" sz="2200" dirty="0">
                <a:latin typeface="Inter"/>
              </a:rPr>
              <a:t> a </a:t>
            </a:r>
            <a:r>
              <a:rPr lang="en-US" sz="2200" dirty="0" err="1">
                <a:latin typeface="Inter"/>
              </a:rPr>
              <a:t>complexidade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cognitiva</a:t>
            </a:r>
            <a:r>
              <a:rPr lang="en-US" sz="2200" dirty="0">
                <a:latin typeface="Inter"/>
              </a:rPr>
              <a:t> e </a:t>
            </a:r>
            <a:r>
              <a:rPr lang="en-US" sz="2200" dirty="0" err="1">
                <a:latin typeface="Inter"/>
              </a:rPr>
              <a:t>aumenta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eficiência</a:t>
            </a:r>
            <a:r>
              <a:rPr lang="en-US" sz="2200" dirty="0">
                <a:latin typeface="Inter"/>
              </a:rPr>
              <a:t>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057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A6914-280B-84C7-E1C1-BF7F325F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2E6B4-581F-7E69-3E66-ED1F0961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Reconhecimento de padrões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9251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38A63-9DAC-936B-6A30-4842B6E3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Reconhecimento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Padrões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E3C6BF-FE09-AA4C-C053-8C106C2A0983}"/>
              </a:ext>
            </a:extLst>
          </p:cNvPr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/>
              <a:t>Processo de </a:t>
            </a:r>
            <a:r>
              <a:rPr lang="en-US" sz="2000" b="1" i="0" u="none" strike="noStrike" baseline="0"/>
              <a:t>identificar semelhanças, tendências e regularidades</a:t>
            </a:r>
            <a:r>
              <a:rPr lang="en-US" sz="2000" b="0" i="0" u="none" strike="noStrike" baseline="0"/>
              <a:t> entre problemas ou dentro de um mesmo problema</a:t>
            </a:r>
            <a:r>
              <a:rPr lang="en-US" sz="2000" b="0" i="0"/>
              <a:t>​</a:t>
            </a:r>
          </a:p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/>
              <a:t>Ao reconhecer padrões, é possível reutilizar soluções já conhecidas em novos contextos</a:t>
            </a:r>
            <a:r>
              <a:rPr lang="en-US" sz="2000" b="0" i="0"/>
              <a:t>​</a:t>
            </a:r>
          </a:p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/>
              <a:t>Fundamental para o aprendizado de máquina, compressão de dados e análise de imagens</a:t>
            </a:r>
            <a:r>
              <a:rPr lang="en-US" sz="2000" b="0" i="0"/>
              <a:t>​</a:t>
            </a:r>
          </a:p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baseline="0"/>
              <a:t>Exemplo prático:</a:t>
            </a:r>
            <a:r>
              <a:rPr lang="en-US" sz="2000" b="0" i="0" u="none" strike="noStrike" baseline="0"/>
              <a:t> Ao perceber que vários bugs têm a mesma causa raiz, o desenvolvedor aplica uma correção única e abrangente</a:t>
            </a:r>
            <a:r>
              <a:rPr lang="en-US" sz="2000" b="0" i="0"/>
              <a:t>​</a:t>
            </a:r>
          </a:p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/>
              <a:t>Acelera a resolução de problemas ao evitar retrabalho e aproveitar experiências anteriores</a:t>
            </a:r>
            <a:r>
              <a:rPr lang="en-US" sz="2000" b="0" i="0"/>
              <a:t>​</a:t>
            </a:r>
          </a:p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7176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29AA1F-A287-1A9F-E04D-E40C2F52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EF406-F0C4-C211-6D9E-174B305D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Abstração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1627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C9AF7-688C-7686-61DD-6D858987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Abstração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438957-F565-C8E0-FE4E-473870FAC4C5}"/>
              </a:ext>
            </a:extLst>
          </p:cNvPr>
          <p:cNvSpPr txBox="1"/>
          <p:nvPr/>
        </p:nvSpPr>
        <p:spPr>
          <a:xfrm>
            <a:off x="1289304" y="2902913"/>
            <a:ext cx="9849751" cy="30321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marL="1270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Capacidade de filtrar e focar apenas nas informações relevantes, ignorando detalhes desnecessários.​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Permite criar modelos simplificados da realidade que capturam a essência do problema.​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Está presente em toda a programação: variáveis, funções e classes são abstrações do mundo real.​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Exemplo prático: Um mapa é uma abstração do mundo real — mostra apenas o necessário para navegação.​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Facilita a comunicação entre equipes ao criar uma linguagem comum e simplificada.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67084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95117-6A9E-7AD5-7468-DE400EC7D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2DC01-9DA8-3C23-A4C1-F96203A6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54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2A8A3-DFD0-D7C5-E327-57D387BA6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dirty="0" err="1"/>
              <a:t>Algoritmo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E08E5CC-1F00-7787-CA7E-BC510A3C71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328210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915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E1FA7-FB3A-0AF6-E2F9-139216BCF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Conclusão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5643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5318B-28F8-FF13-69D4-3D7608218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Conclusão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A374E80-0197-00D1-37C2-E227AEBEA16D}"/>
              </a:ext>
            </a:extLst>
          </p:cNvPr>
          <p:cNvSpPr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/>
              <a:t>Os 4 Pilares do Pensamento Computacional formam uma base sólida para a resolução de qualquer problema, dentro ou fora da computação.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b="1"/>
              <a:t>Decomposição</a:t>
            </a:r>
            <a:r>
              <a:rPr lang="en-US" sz="2200"/>
              <a:t> simplifica o problema; </a:t>
            </a:r>
            <a:r>
              <a:rPr lang="en-US" sz="2200" b="1"/>
              <a:t>Reconhecimento de Padrões</a:t>
            </a:r>
            <a:r>
              <a:rPr lang="en-US" sz="2200"/>
              <a:t> evita retrabalho; </a:t>
            </a:r>
            <a:r>
              <a:rPr lang="en-US" sz="2200" b="1"/>
              <a:t>Abstração</a:t>
            </a:r>
            <a:r>
              <a:rPr lang="en-US" sz="2200"/>
              <a:t> foca no essencial; </a:t>
            </a:r>
            <a:r>
              <a:rPr lang="en-US" sz="2200" b="1"/>
              <a:t>Algoritmo</a:t>
            </a:r>
            <a:r>
              <a:rPr lang="en-US" sz="2200"/>
              <a:t> estrutura a solução.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/>
              <a:t>Desenvolver essas habilidades prepara profissionais para os desafios da era digital, independentemente da área de atuação.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/>
              <a:t>O Pensamento Computacional é reconhecido pela UNESCO e pelo ISTE como competência fundamental para a educação do século XXI.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2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656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DB239-ACA0-50B3-3811-F440F961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5200"/>
              <a:t>Referências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A04C0E46-A583-45A8-A11D-36A561CB5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97846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330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2279B-7CBF-6DEB-A65C-603DBF2A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88F63-F38C-DCF3-DC65-B2AD91FFA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 Pilares da Computação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BFCC8-EBFD-8B28-D250-91181E4F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Calebe</a:t>
            </a:r>
            <a:r>
              <a:rPr lang="en-US" dirty="0"/>
              <a:t> Barros </a:t>
            </a:r>
            <a:r>
              <a:rPr lang="en-US" dirty="0" err="1"/>
              <a:t>Ramalho</a:t>
            </a:r>
            <a:r>
              <a:rPr lang="en-US" dirty="0"/>
              <a:t> Da Silva – </a:t>
            </a:r>
            <a:r>
              <a:rPr lang="en-US" dirty="0" smtClean="0">
                <a:hlinkClick r:id="rId2"/>
              </a:rPr>
              <a:t>calebebarros108@gmail.com</a:t>
            </a:r>
            <a:endParaRPr lang="en-US" dirty="0" smtClean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smtClean="0"/>
              <a:t>Anthony </a:t>
            </a:r>
            <a:r>
              <a:rPr lang="en-US" dirty="0" err="1" smtClean="0"/>
              <a:t>Muraro</a:t>
            </a:r>
            <a:endParaRPr lang="en-US" dirty="0"/>
          </a:p>
          <a:p>
            <a:pPr algn="l"/>
            <a:r>
              <a:rPr lang="en-US" dirty="0" smtClean="0"/>
              <a:t>– </a:t>
            </a:r>
            <a:r>
              <a:rPr lang="en-US" dirty="0">
                <a:hlinkClick r:id="rId3"/>
              </a:rPr>
              <a:t>thonymuraro@gmail.com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A61BB-1E50-F350-C3D8-FD87D93E6A1A}"/>
              </a:ext>
            </a:extLst>
          </p:cNvPr>
          <p:cNvSpPr txBox="1"/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21/04/2026</a:t>
            </a:r>
          </a:p>
        </p:txBody>
      </p:sp>
    </p:spTree>
    <p:extLst>
      <p:ext uri="{BB962C8B-B14F-4D97-AF65-F5344CB8AC3E}">
        <p14:creationId xmlns:p14="http://schemas.microsoft.com/office/powerpoint/2010/main" val="2976679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801</Words>
  <Application>Microsoft Office PowerPoint</Application>
  <PresentationFormat>Widescreen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Arial,Sans-Serif</vt:lpstr>
      <vt:lpstr>Calibri</vt:lpstr>
      <vt:lpstr>Inter</vt:lpstr>
      <vt:lpstr>Inter SemiBold</vt:lpstr>
      <vt:lpstr>office theme</vt:lpstr>
      <vt:lpstr>4 Pilares da Computação</vt:lpstr>
      <vt:lpstr>Agenda:</vt:lpstr>
      <vt:lpstr>Introdução </vt:lpstr>
      <vt:lpstr>Introdução:</vt:lpstr>
      <vt:lpstr>O que são os Pilares </vt:lpstr>
      <vt:lpstr>O que são os Pilares</vt:lpstr>
      <vt:lpstr>Decomposição </vt:lpstr>
      <vt:lpstr>Decomposição</vt:lpstr>
      <vt:lpstr>Reconhecimento de padrões </vt:lpstr>
      <vt:lpstr>Reconhecimento de Padrões</vt:lpstr>
      <vt:lpstr>Abstração </vt:lpstr>
      <vt:lpstr>Abstração</vt:lpstr>
      <vt:lpstr>Algoritmo </vt:lpstr>
      <vt:lpstr>Algoritmo</vt:lpstr>
      <vt:lpstr>Conclusão </vt:lpstr>
      <vt:lpstr>Conclusão</vt:lpstr>
      <vt:lpstr>Referências</vt:lpstr>
      <vt:lpstr>4 Pilares da Computação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Pilares da Computação</dc:title>
  <dc:creator/>
  <cp:lastModifiedBy>EtecVAV</cp:lastModifiedBy>
  <cp:revision>334</cp:revision>
  <dcterms:created xsi:type="dcterms:W3CDTF">2026-04-21T20:59:38Z</dcterms:created>
  <dcterms:modified xsi:type="dcterms:W3CDTF">2026-05-05T15:19:04Z</dcterms:modified>
</cp:coreProperties>
</file>